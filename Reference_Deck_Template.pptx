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81" r:id="rId2"/>
  </p:sldMasterIdLst>
  <p:notesMasterIdLst>
    <p:notesMasterId r:id="rId10"/>
  </p:notesMasterIdLst>
  <p:sldIdLst>
    <p:sldId id="2147474090" r:id="rId3"/>
    <p:sldId id="257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1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4CC805-E335-4D58-8E28-345773987620}" v="8" dt="2026-08-12T10:25:20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ak Chopra" userId="ae75b830-3825-4053-b001-31c1e484de6e" providerId="ADAL" clId="{07E23E91-0C82-4FE9-B4F0-00D6CE322762}"/>
    <pc:docChg chg="custSel addSld delSld modSld modMainMaster">
      <pc:chgData name="Vinayak Chopra" userId="ae75b830-3825-4053-b001-31c1e484de6e" providerId="ADAL" clId="{07E23E91-0C82-4FE9-B4F0-00D6CE322762}" dt="2026-08-12T13:29:21.713" v="104" actId="20577"/>
      <pc:docMkLst>
        <pc:docMk/>
      </pc:docMkLst>
      <pc:sldChg chg="del">
        <pc:chgData name="Vinayak Chopra" userId="ae75b830-3825-4053-b001-31c1e484de6e" providerId="ADAL" clId="{07E23E91-0C82-4FE9-B4F0-00D6CE322762}" dt="2026-08-12T10:06:43.806" v="30" actId="47"/>
        <pc:sldMkLst>
          <pc:docMk/>
          <pc:sldMk cId="0" sldId="256"/>
        </pc:sldMkLst>
      </pc:sldChg>
      <pc:sldChg chg="delSp modSp mod">
        <pc:chgData name="Vinayak Chopra" userId="ae75b830-3825-4053-b001-31c1e484de6e" providerId="ADAL" clId="{07E23E91-0C82-4FE9-B4F0-00D6CE322762}" dt="2026-08-12T13:29:21.713" v="104" actId="20577"/>
        <pc:sldMkLst>
          <pc:docMk/>
          <pc:sldMk cId="0" sldId="257"/>
        </pc:sldMkLst>
        <pc:spChg chg="mod">
          <ac:chgData name="Vinayak Chopra" userId="ae75b830-3825-4053-b001-31c1e484de6e" providerId="ADAL" clId="{07E23E91-0C82-4FE9-B4F0-00D6CE322762}" dt="2026-08-12T13:29:21.713" v="104" actId="20577"/>
          <ac:spMkLst>
            <pc:docMk/>
            <pc:sldMk cId="0" sldId="257"/>
            <ac:spMk id="9" creationId="{00000000-0000-0000-0000-000000000000}"/>
          </ac:spMkLst>
        </pc:spChg>
        <pc:spChg chg="del">
          <ac:chgData name="Vinayak Chopra" userId="ae75b830-3825-4053-b001-31c1e484de6e" providerId="ADAL" clId="{07E23E91-0C82-4FE9-B4F0-00D6CE322762}" dt="2026-08-12T10:07:38.355" v="54" actId="478"/>
          <ac:spMkLst>
            <pc:docMk/>
            <pc:sldMk cId="0" sldId="257"/>
            <ac:spMk id="14" creationId="{00000000-0000-0000-0000-000000000000}"/>
          </ac:spMkLst>
        </pc:spChg>
      </pc:sldChg>
      <pc:sldChg chg="delSp del mod modShow">
        <pc:chgData name="Vinayak Chopra" userId="ae75b830-3825-4053-b001-31c1e484de6e" providerId="ADAL" clId="{07E23E91-0C82-4FE9-B4F0-00D6CE322762}" dt="2026-08-12T11:27:30.020" v="69" actId="2696"/>
        <pc:sldMkLst>
          <pc:docMk/>
          <pc:sldMk cId="0" sldId="258"/>
        </pc:sldMkLst>
        <pc:spChg chg="del">
          <ac:chgData name="Vinayak Chopra" userId="ae75b830-3825-4053-b001-31c1e484de6e" providerId="ADAL" clId="{07E23E91-0C82-4FE9-B4F0-00D6CE322762}" dt="2026-08-12T10:07:53.507" v="56" actId="478"/>
          <ac:spMkLst>
            <pc:docMk/>
            <pc:sldMk cId="0" sldId="258"/>
            <ac:spMk id="16" creationId="{00000000-0000-0000-0000-000000000000}"/>
          </ac:spMkLst>
        </pc:spChg>
      </pc:sldChg>
      <pc:sldChg chg="delSp modSp mod">
        <pc:chgData name="Vinayak Chopra" userId="ae75b830-3825-4053-b001-31c1e484de6e" providerId="ADAL" clId="{07E23E91-0C82-4FE9-B4F0-00D6CE322762}" dt="2026-08-12T11:27:35.882" v="71" actId="20577"/>
        <pc:sldMkLst>
          <pc:docMk/>
          <pc:sldMk cId="0" sldId="259"/>
        </pc:sldMkLst>
        <pc:spChg chg="mod">
          <ac:chgData name="Vinayak Chopra" userId="ae75b830-3825-4053-b001-31c1e484de6e" providerId="ADAL" clId="{07E23E91-0C82-4FE9-B4F0-00D6CE322762}" dt="2026-08-12T11:27:35.882" v="71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Vinayak Chopra" userId="ae75b830-3825-4053-b001-31c1e484de6e" providerId="ADAL" clId="{07E23E91-0C82-4FE9-B4F0-00D6CE322762}" dt="2026-08-12T10:07:58.762" v="57" actId="478"/>
          <ac:spMkLst>
            <pc:docMk/>
            <pc:sldMk cId="0" sldId="259"/>
            <ac:spMk id="26" creationId="{00000000-0000-0000-0000-000000000000}"/>
          </ac:spMkLst>
        </pc:spChg>
      </pc:sldChg>
      <pc:sldChg chg="delSp modSp mod">
        <pc:chgData name="Vinayak Chopra" userId="ae75b830-3825-4053-b001-31c1e484de6e" providerId="ADAL" clId="{07E23E91-0C82-4FE9-B4F0-00D6CE322762}" dt="2026-08-12T11:27:39.431" v="73" actId="20577"/>
        <pc:sldMkLst>
          <pc:docMk/>
          <pc:sldMk cId="0" sldId="260"/>
        </pc:sldMkLst>
        <pc:spChg chg="mod">
          <ac:chgData name="Vinayak Chopra" userId="ae75b830-3825-4053-b001-31c1e484de6e" providerId="ADAL" clId="{07E23E91-0C82-4FE9-B4F0-00D6CE322762}" dt="2026-08-12T11:27:39.431" v="73" actId="20577"/>
          <ac:spMkLst>
            <pc:docMk/>
            <pc:sldMk cId="0" sldId="260"/>
            <ac:spMk id="2" creationId="{00000000-0000-0000-0000-000000000000}"/>
          </ac:spMkLst>
        </pc:spChg>
        <pc:spChg chg="del">
          <ac:chgData name="Vinayak Chopra" userId="ae75b830-3825-4053-b001-31c1e484de6e" providerId="ADAL" clId="{07E23E91-0C82-4FE9-B4F0-00D6CE322762}" dt="2026-08-12T10:08:07.795" v="58" actId="478"/>
          <ac:spMkLst>
            <pc:docMk/>
            <pc:sldMk cId="0" sldId="260"/>
            <ac:spMk id="18" creationId="{00000000-0000-0000-0000-000000000000}"/>
          </ac:spMkLst>
        </pc:spChg>
      </pc:sldChg>
      <pc:sldChg chg="delSp del mod modShow">
        <pc:chgData name="Vinayak Chopra" userId="ae75b830-3825-4053-b001-31c1e484de6e" providerId="ADAL" clId="{07E23E91-0C82-4FE9-B4F0-00D6CE322762}" dt="2026-08-12T11:27:26.448" v="68" actId="2696"/>
        <pc:sldMkLst>
          <pc:docMk/>
          <pc:sldMk cId="0" sldId="261"/>
        </pc:sldMkLst>
        <pc:spChg chg="del">
          <ac:chgData name="Vinayak Chopra" userId="ae75b830-3825-4053-b001-31c1e484de6e" providerId="ADAL" clId="{07E23E91-0C82-4FE9-B4F0-00D6CE322762}" dt="2026-08-12T10:08:16.783" v="59" actId="478"/>
          <ac:spMkLst>
            <pc:docMk/>
            <pc:sldMk cId="0" sldId="261"/>
            <ac:spMk id="24" creationId="{00000000-0000-0000-0000-000000000000}"/>
          </ac:spMkLst>
        </pc:spChg>
      </pc:sldChg>
      <pc:sldChg chg="delSp modSp mod">
        <pc:chgData name="Vinayak Chopra" userId="ae75b830-3825-4053-b001-31c1e484de6e" providerId="ADAL" clId="{07E23E91-0C82-4FE9-B4F0-00D6CE322762}" dt="2026-08-12T11:27:57.023" v="90" actId="20577"/>
        <pc:sldMkLst>
          <pc:docMk/>
          <pc:sldMk cId="0" sldId="262"/>
        </pc:sldMkLst>
        <pc:spChg chg="mod">
          <ac:chgData name="Vinayak Chopra" userId="ae75b830-3825-4053-b001-31c1e484de6e" providerId="ADAL" clId="{07E23E91-0C82-4FE9-B4F0-00D6CE322762}" dt="2026-08-12T11:27:57.023" v="90" actId="20577"/>
          <ac:spMkLst>
            <pc:docMk/>
            <pc:sldMk cId="0" sldId="262"/>
            <ac:spMk id="2" creationId="{00000000-0000-0000-0000-000000000000}"/>
          </ac:spMkLst>
        </pc:spChg>
        <pc:spChg chg="del">
          <ac:chgData name="Vinayak Chopra" userId="ae75b830-3825-4053-b001-31c1e484de6e" providerId="ADAL" clId="{07E23E91-0C82-4FE9-B4F0-00D6CE322762}" dt="2026-08-12T10:08:24.221" v="60" actId="478"/>
          <ac:spMkLst>
            <pc:docMk/>
            <pc:sldMk cId="0" sldId="262"/>
            <ac:spMk id="20" creationId="{00000000-0000-0000-0000-000000000000}"/>
          </ac:spMkLst>
        </pc:spChg>
      </pc:sldChg>
      <pc:sldChg chg="delSp modSp mod">
        <pc:chgData name="Vinayak Chopra" userId="ae75b830-3825-4053-b001-31c1e484de6e" providerId="ADAL" clId="{07E23E91-0C82-4FE9-B4F0-00D6CE322762}" dt="2026-08-12T11:28:19.805" v="96" actId="20577"/>
        <pc:sldMkLst>
          <pc:docMk/>
          <pc:sldMk cId="0" sldId="263"/>
        </pc:sldMkLst>
        <pc:spChg chg="mod">
          <ac:chgData name="Vinayak Chopra" userId="ae75b830-3825-4053-b001-31c1e484de6e" providerId="ADAL" clId="{07E23E91-0C82-4FE9-B4F0-00D6CE322762}" dt="2026-08-12T11:28:19.805" v="96" actId="20577"/>
          <ac:spMkLst>
            <pc:docMk/>
            <pc:sldMk cId="0" sldId="263"/>
            <ac:spMk id="2" creationId="{00000000-0000-0000-0000-000000000000}"/>
          </ac:spMkLst>
        </pc:spChg>
        <pc:spChg chg="del">
          <ac:chgData name="Vinayak Chopra" userId="ae75b830-3825-4053-b001-31c1e484de6e" providerId="ADAL" clId="{07E23E91-0C82-4FE9-B4F0-00D6CE322762}" dt="2026-08-12T10:08:38.026" v="62" actId="478"/>
          <ac:spMkLst>
            <pc:docMk/>
            <pc:sldMk cId="0" sldId="263"/>
            <ac:spMk id="16" creationId="{00000000-0000-0000-0000-000000000000}"/>
          </ac:spMkLst>
        </pc:spChg>
      </pc:sldChg>
      <pc:sldChg chg="delSp modSp mod">
        <pc:chgData name="Vinayak Chopra" userId="ae75b830-3825-4053-b001-31c1e484de6e" providerId="ADAL" clId="{07E23E91-0C82-4FE9-B4F0-00D6CE322762}" dt="2026-08-12T11:28:23.952" v="98" actId="20577"/>
        <pc:sldMkLst>
          <pc:docMk/>
          <pc:sldMk cId="0" sldId="264"/>
        </pc:sldMkLst>
        <pc:spChg chg="mod">
          <ac:chgData name="Vinayak Chopra" userId="ae75b830-3825-4053-b001-31c1e484de6e" providerId="ADAL" clId="{07E23E91-0C82-4FE9-B4F0-00D6CE322762}" dt="2026-08-12T11:28:23.952" v="98" actId="20577"/>
          <ac:spMkLst>
            <pc:docMk/>
            <pc:sldMk cId="0" sldId="264"/>
            <ac:spMk id="2" creationId="{00000000-0000-0000-0000-000000000000}"/>
          </ac:spMkLst>
        </pc:spChg>
        <pc:spChg chg="del">
          <ac:chgData name="Vinayak Chopra" userId="ae75b830-3825-4053-b001-31c1e484de6e" providerId="ADAL" clId="{07E23E91-0C82-4FE9-B4F0-00D6CE322762}" dt="2026-08-12T10:08:31.210" v="61" actId="478"/>
          <ac:spMkLst>
            <pc:docMk/>
            <pc:sldMk cId="0" sldId="264"/>
            <ac:spMk id="17" creationId="{00000000-0000-0000-0000-000000000000}"/>
          </ac:spMkLst>
        </pc:spChg>
      </pc:sldChg>
      <pc:sldChg chg="delSp del mod modShow">
        <pc:chgData name="Vinayak Chopra" userId="ae75b830-3825-4053-b001-31c1e484de6e" providerId="ADAL" clId="{07E23E91-0C82-4FE9-B4F0-00D6CE322762}" dt="2026-08-12T11:27:21.849" v="67" actId="2696"/>
        <pc:sldMkLst>
          <pc:docMk/>
          <pc:sldMk cId="0" sldId="265"/>
        </pc:sldMkLst>
        <pc:spChg chg="del">
          <ac:chgData name="Vinayak Chopra" userId="ae75b830-3825-4053-b001-31c1e484de6e" providerId="ADAL" clId="{07E23E91-0C82-4FE9-B4F0-00D6CE322762}" dt="2026-08-12T10:08:45.159" v="63" actId="478"/>
          <ac:spMkLst>
            <pc:docMk/>
            <pc:sldMk cId="0" sldId="265"/>
            <ac:spMk id="38" creationId="{00000000-0000-0000-0000-000000000000}"/>
          </ac:spMkLst>
        </pc:spChg>
      </pc:sldChg>
      <pc:sldChg chg="modSp del">
        <pc:chgData name="Vinayak Chopra" userId="ae75b830-3825-4053-b001-31c1e484de6e" providerId="ADAL" clId="{07E23E91-0C82-4FE9-B4F0-00D6CE322762}" dt="2026-08-12T10:07:40.433" v="55" actId="47"/>
        <pc:sldMkLst>
          <pc:docMk/>
          <pc:sldMk cId="3118879877" sldId="2147474089"/>
        </pc:sldMkLst>
        <pc:spChg chg="mod">
          <ac:chgData name="Vinayak Chopra" userId="ae75b830-3825-4053-b001-31c1e484de6e" providerId="ADAL" clId="{07E23E91-0C82-4FE9-B4F0-00D6CE322762}" dt="2026-08-12T10:07:11.461" v="52"/>
          <ac:spMkLst>
            <pc:docMk/>
            <pc:sldMk cId="3118879877" sldId="2147474089"/>
            <ac:spMk id="4" creationId="{48B3C534-FAED-A1BA-A35B-47B2B09ACDAE}"/>
          </ac:spMkLst>
        </pc:spChg>
      </pc:sldChg>
      <pc:sldChg chg="modSp new mod">
        <pc:chgData name="Vinayak Chopra" userId="ae75b830-3825-4053-b001-31c1e484de6e" providerId="ADAL" clId="{07E23E91-0C82-4FE9-B4F0-00D6CE322762}" dt="2026-08-12T10:06:50.530" v="51" actId="20577"/>
        <pc:sldMkLst>
          <pc:docMk/>
          <pc:sldMk cId="2226253077" sldId="2147474090"/>
        </pc:sldMkLst>
        <pc:spChg chg="mod">
          <ac:chgData name="Vinayak Chopra" userId="ae75b830-3825-4053-b001-31c1e484de6e" providerId="ADAL" clId="{07E23E91-0C82-4FE9-B4F0-00D6CE322762}" dt="2026-08-12T10:06:50.530" v="51" actId="20577"/>
          <ac:spMkLst>
            <pc:docMk/>
            <pc:sldMk cId="2226253077" sldId="2147474090"/>
            <ac:spMk id="2" creationId="{B164B619-41E6-3EC5-BED3-4E431A370388}"/>
          </ac:spMkLst>
        </pc:spChg>
        <pc:spChg chg="mod">
          <ac:chgData name="Vinayak Chopra" userId="ae75b830-3825-4053-b001-31c1e484de6e" providerId="ADAL" clId="{07E23E91-0C82-4FE9-B4F0-00D6CE322762}" dt="2026-08-12T10:06:34.369" v="29" actId="20577"/>
          <ac:spMkLst>
            <pc:docMk/>
            <pc:sldMk cId="2226253077" sldId="2147474090"/>
            <ac:spMk id="3" creationId="{E9188A95-265D-6486-662A-193FF82B051E}"/>
          </ac:spMkLst>
        </pc:spChg>
      </pc:sldChg>
      <pc:sldMasterChg chg="modSldLayout">
        <pc:chgData name="Vinayak Chopra" userId="ae75b830-3825-4053-b001-31c1e484de6e" providerId="ADAL" clId="{07E23E91-0C82-4FE9-B4F0-00D6CE322762}" dt="2026-08-12T10:07:24.603" v="53" actId="22"/>
        <pc:sldMasterMkLst>
          <pc:docMk/>
          <pc:sldMasterMk cId="4062608439" sldId="2147483681"/>
        </pc:sldMasterMkLst>
        <pc:sldLayoutChg chg="addSp mod">
          <pc:chgData name="Vinayak Chopra" userId="ae75b830-3825-4053-b001-31c1e484de6e" providerId="ADAL" clId="{07E23E91-0C82-4FE9-B4F0-00D6CE322762}" dt="2026-08-12T10:07:24.603" v="53" actId="22"/>
          <pc:sldLayoutMkLst>
            <pc:docMk/>
            <pc:sldMasterMk cId="4062608439" sldId="2147483681"/>
            <pc:sldLayoutMk cId="4043130791" sldId="2147483712"/>
          </pc:sldLayoutMkLst>
          <pc:spChg chg="add">
            <ac:chgData name="Vinayak Chopra" userId="ae75b830-3825-4053-b001-31c1e484de6e" providerId="ADAL" clId="{07E23E91-0C82-4FE9-B4F0-00D6CE322762}" dt="2026-08-12T10:07:24.603" v="53" actId="22"/>
            <ac:spMkLst>
              <pc:docMk/>
              <pc:sldMasterMk cId="4062608439" sldId="2147483681"/>
              <pc:sldLayoutMk cId="4043130791" sldId="2147483712"/>
              <ac:spMk id="5" creationId="{C4170704-99A4-6D39-B6D4-ACC22B80E6A6}"/>
            </ac:spMkLst>
          </pc:spChg>
          <pc:spChg chg="add">
            <ac:chgData name="Vinayak Chopra" userId="ae75b830-3825-4053-b001-31c1e484de6e" providerId="ADAL" clId="{07E23E91-0C82-4FE9-B4F0-00D6CE322762}" dt="2026-08-12T10:07:24.603" v="53" actId="22"/>
            <ac:spMkLst>
              <pc:docMk/>
              <pc:sldMasterMk cId="4062608439" sldId="2147483681"/>
              <pc:sldLayoutMk cId="4043130791" sldId="2147483712"/>
              <ac:spMk id="7" creationId="{0B89C1DE-9F44-FEE0-CEC9-2F039E22727D}"/>
            </ac:spMkLst>
          </pc:spChg>
          <pc:picChg chg="add">
            <ac:chgData name="Vinayak Chopra" userId="ae75b830-3825-4053-b001-31c1e484de6e" providerId="ADAL" clId="{07E23E91-0C82-4FE9-B4F0-00D6CE322762}" dt="2026-08-12T10:07:24.603" v="53" actId="22"/>
            <ac:picMkLst>
              <pc:docMk/>
              <pc:sldMasterMk cId="4062608439" sldId="2147483681"/>
              <pc:sldLayoutMk cId="4043130791" sldId="2147483712"/>
              <ac:picMk id="3" creationId="{E0AC088D-5C3F-38FC-2F05-0274CDA25FF8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345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09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20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88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40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936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164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6245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3284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3595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36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4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6571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0771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453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9244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702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1361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509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5858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5196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1530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1934879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267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843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 userDrawn="1"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4692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399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8293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00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381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405915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639860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10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23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855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04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4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18554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80031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16188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4198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6523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6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92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82982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211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444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899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5122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3228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1731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3713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6503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985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641418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573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814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5503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950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904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56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3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66B39-7429-FECB-C856-10FBD328E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5EA5A-4D9B-B37D-0C28-EF9CEDFB4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BD9EA-7C74-6F64-4C57-6A986327C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B2-7168-4F15-A039-2A61F3B5166B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96A33-4108-EAE0-DD74-E71ECDA5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CF3A5-A999-88AE-5B87-B6481FA3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A1BE7-A8B1-4AA5-8C20-D4EAC50DE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559668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AC088D-5C3F-38FC-2F05-0274CDA25F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170704-99A4-6D39-B6D4-ACC22B80E6A6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9C1DE-9F44-FEE0-CEC9-2F039E22727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13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slideLayout" Target="../slideLayouts/slideLayout61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©2026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0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2761D5B2-7168-4F15-A039-2A61F3B5166B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0DA1BE7-A8B1-4AA5-8C20-D4EAC50DE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60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711" r:id="rId30"/>
    <p:sldLayoutId id="2147483712" r:id="rId3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B619-41E6-3EC5-BED3-4E431A370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Reference Deck - [Solution Name]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88A95-265D-6486-662A-193FF82B05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Idea Title:</a:t>
            </a:r>
          </a:p>
          <a:p>
            <a:r>
              <a:rPr lang="en-IN"/>
              <a:t>Team name: </a:t>
            </a:r>
          </a:p>
          <a:p>
            <a:r>
              <a:rPr lang="en-IN"/>
              <a:t>(Other relevant details)</a:t>
            </a:r>
          </a:p>
        </p:txBody>
      </p:sp>
    </p:spTree>
    <p:extLst>
      <p:ext uri="{BB962C8B-B14F-4D97-AF65-F5344CB8AC3E}">
        <p14:creationId xmlns:p14="http://schemas.microsoft.com/office/powerpoint/2010/main" val="222625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OPPORTUNITY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Opportunity, Champions &amp; Core Team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3112" cy="1417320"/>
          </a:xfrm>
          <a:prstGeom prst="roundRect">
            <a:avLst>
              <a:gd name="adj" fmla="val 387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Opportunity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or two sentences: the problem you solve and the value of solving it with AI.]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5486400" cy="2971800"/>
          </a:xfrm>
          <a:prstGeom prst="roundRect">
            <a:avLst>
              <a:gd name="adj" fmla="val 184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273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Champions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[Champion 1 — title / business unit]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[Champion 2 — title / business unit]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leaders sponsoring </a:t>
            </a: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idea (VP+)]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3154680"/>
            <a:ext cx="5486400" cy="2971800"/>
          </a:xfrm>
          <a:prstGeom prst="roundRect">
            <a:avLst>
              <a:gd name="adj" fmla="val 184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82512" y="3273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Team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6428232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[Inventor / lead]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— role]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— role]</a:t>
            </a:r>
            <a:endParaRPr lang="en-US" sz="1300"/>
          </a:p>
          <a:p>
            <a:pPr marL="0" indent="0">
              <a:spcAft>
                <a:spcPts val="600"/>
              </a:spcAft>
              <a:buNone/>
            </a:pP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rows as needed]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Solution — How It Works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[One-line: what the solution eliminates / automates and the outcome it produces.]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27048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2704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/ Input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data comes in and from where]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364992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3502152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Processing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3547872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[Core AI/ML step — selection, extraction, validation]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6227064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51192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51192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364224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 Assist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409944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the model outputs to the user]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9089136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113264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11326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9226296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/ Action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9272016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[Reporting, workflow, dispute handling, etc.]</a:t>
            </a:r>
            <a:endParaRPr lang="en-US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Architecture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2821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Ingestion &amp; data sources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4846320" y="1728216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[APIs, connectors, client systems, real-time feeds]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502920" y="2770632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8986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Processing &amp; AI engine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4846320" y="289864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[OCR, NLP, ML models, rules engine, orchestration]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02920" y="3941064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 &amp; storage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4846320" y="4069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assist, feedback loop, result store]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502920" y="5111496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523951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Application &amp; delivery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4846320" y="523951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[Frontend, auth, reporting, dispute handling]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502920" y="63002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replace with your own architecture diagram if you have one.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DEPLOYMENT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&amp; Where It Will Be Deployed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Environment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297680" y="16916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[Cloud / on-prem / hybrid; VPC; client premises]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502920" y="256032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297680" y="26517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it connects to client systems / data]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&amp; compliance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4297680" y="36118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 handling, PII, audit, regulatory needs]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502920" y="448056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Rollout approach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297680" y="45720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[Pilot → phased rollout → scale; support model]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532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Ownership &amp; support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297680" y="55321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[Who runs it post go-live; SLAs, monitoring]</a:t>
            </a:r>
            <a:endParaRPr lang="en-US" sz="12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IDENTIFIED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We Will Deploy &amp; Sell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642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targets — </a:t>
            </a:r>
            <a:r>
              <a:rPr lang="en-US" sz="14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[list specific clients / accounts, not just segments]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Existing clients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A — why a fit]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B — why a fit]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more]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4261104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98264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logos / pipeline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4443984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[Prospect A — segment]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[Prospect B — segment]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more]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8019288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56448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Partnerships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8202168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[Partner / channel]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[Co-develop opportunity]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more]</a:t>
            </a:r>
            <a:endParaRPr lang="en-US" sz="12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GTM Strategy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Positioning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EXL is positioned in this space]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82512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 &amp; channel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382512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[Dedicated team / partners / co-develop]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Pricing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85800" y="4572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[Usage / SaaS / outcome-based / transaction]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6199632" y="397764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 &amp; marketing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382512" y="4572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[Webinars, events, thought leadership]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3" id="{75DB2D68-EB8A-4D47-9097-25EC9E13C876}" vid="{0310C97A-7711-40A4-A3F2-58B78CFBECD1}"/>
    </a:ext>
  </a:extLst>
</a:theme>
</file>

<file path=ppt/theme/theme2.xml><?xml version="1.0" encoding="utf-8"?>
<a:theme xmlns:a="http://schemas.openxmlformats.org/drawingml/2006/main" name="EXL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XL" id="{68B02986-82C5-4061-A57C-C8B87125180A}" vid="{4677AF4B-9B33-4684-B6BB-99EE4D7BDE7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465</Words>
  <Application>Microsoft Office PowerPoint</Application>
  <PresentationFormat>Widescreen</PresentationFormat>
  <Paragraphs>86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System Font Regular</vt:lpstr>
      <vt:lpstr>1_Office Theme</vt:lpstr>
      <vt:lpstr>EXL</vt:lpstr>
      <vt:lpstr>Reference Deck - [Solution Name]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Vinayak Chopra</dc:creator>
  <cp:lastModifiedBy>Vinayak Chopra</cp:lastModifiedBy>
  <cp:revision>1</cp:revision>
  <dcterms:created xsi:type="dcterms:W3CDTF">2026-08-12T10:03:27Z</dcterms:created>
  <dcterms:modified xsi:type="dcterms:W3CDTF">2026-08-12T13:29:26Z</dcterms:modified>
</cp:coreProperties>
</file>