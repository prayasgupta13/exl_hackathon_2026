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
  </p:notesMasterIdLst>
  <p:handoutMasterIdLst>
    <p:handoutMasterId r:id="rId4"/>
  </p:handoutMasterIdLst>
  <p:sldIdLst>
    <p:sldId id="2147474087"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28" userDrawn="1">
          <p15:clr>
            <a:srgbClr val="A4A3A4"/>
          </p15:clr>
        </p15:guide>
        <p15:guide id="5" pos="3840" userDrawn="1">
          <p15:clr>
            <a:srgbClr val="A4A3A4"/>
          </p15:clr>
        </p15:guide>
        <p15:guide id="6" pos="7392" userDrawn="1">
          <p15:clr>
            <a:srgbClr val="A4A3A4"/>
          </p15:clr>
        </p15:guide>
        <p15:guide id="7" pos="288" userDrawn="1">
          <p15:clr>
            <a:srgbClr val="A4A3A4"/>
          </p15:clr>
        </p15:guide>
        <p15:guide id="8" pos="216" userDrawn="1">
          <p15:clr>
            <a:srgbClr val="A4A3A4"/>
          </p15:clr>
        </p15:guide>
        <p15:guide id="9"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4E0B"/>
    <a:srgbClr val="004EFF"/>
    <a:srgbClr val="E5EDFF"/>
    <a:srgbClr val="C0D2FF"/>
    <a:srgbClr val="83A8FF"/>
    <a:srgbClr val="407AFF"/>
    <a:srgbClr val="000000"/>
    <a:srgbClr val="424242"/>
    <a:srgbClr val="FF40FF"/>
    <a:srgbClr val="FFB39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3792" autoAdjust="0"/>
  </p:normalViewPr>
  <p:slideViewPr>
    <p:cSldViewPr snapToGrid="0" snapToObjects="1">
      <p:cViewPr varScale="1">
        <p:scale>
          <a:sx n="63" d="100"/>
          <a:sy n="63" d="100"/>
        </p:scale>
        <p:origin x="804" y="56"/>
      </p:cViewPr>
      <p:guideLst>
        <p:guide orient="horz" pos="4128"/>
        <p:guide pos="3840"/>
        <p:guide pos="7392"/>
        <p:guide pos="288"/>
        <p:guide pos="216"/>
        <p:guide orient="horz" pos="2160"/>
      </p:guideLst>
    </p:cSldViewPr>
  </p:slideViewPr>
  <p:notesTextViewPr>
    <p:cViewPr>
      <p:scale>
        <a:sx n="1" d="1"/>
        <a:sy n="1" d="1"/>
      </p:scale>
      <p:origin x="0" y="0"/>
    </p:cViewPr>
  </p:notesTextViewPr>
  <p:sorterViewPr>
    <p:cViewPr>
      <p:scale>
        <a:sx n="86" d="100"/>
        <a:sy n="86" d="100"/>
      </p:scale>
      <p:origin x="0" y="0"/>
    </p:cViewPr>
  </p:sorterViewPr>
  <p:notesViewPr>
    <p:cSldViewPr snapToGrid="0" snapToObjects="1">
      <p:cViewPr varScale="1">
        <p:scale>
          <a:sx n="80" d="100"/>
          <a:sy n="80" d="100"/>
        </p:scale>
        <p:origin x="3066"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ayak Chopra" userId="ae75b830-3825-4053-b001-31c1e484de6e" providerId="ADAL" clId="{07E23E91-0C82-4FE9-B4F0-00D6CE322762}"/>
    <pc:docChg chg="modSld">
      <pc:chgData name="Vinayak Chopra" userId="ae75b830-3825-4053-b001-31c1e484de6e" providerId="ADAL" clId="{07E23E91-0C82-4FE9-B4F0-00D6CE322762}" dt="2026-08-12T13:42:36.324" v="19" actId="20577"/>
      <pc:docMkLst>
        <pc:docMk/>
      </pc:docMkLst>
      <pc:sldChg chg="modSp mod">
        <pc:chgData name="Vinayak Chopra" userId="ae75b830-3825-4053-b001-31c1e484de6e" providerId="ADAL" clId="{07E23E91-0C82-4FE9-B4F0-00D6CE322762}" dt="2026-08-12T13:42:36.324" v="19" actId="20577"/>
        <pc:sldMkLst>
          <pc:docMk/>
          <pc:sldMk cId="2900283342" sldId="2147474087"/>
        </pc:sldMkLst>
        <pc:spChg chg="mod">
          <ac:chgData name="Vinayak Chopra" userId="ae75b830-3825-4053-b001-31c1e484de6e" providerId="ADAL" clId="{07E23E91-0C82-4FE9-B4F0-00D6CE322762}" dt="2026-08-12T13:42:36.324" v="19" actId="20577"/>
          <ac:spMkLst>
            <pc:docMk/>
            <pc:sldMk cId="2900283342" sldId="2147474087"/>
            <ac:spMk id="4" creationId="{55A20902-D558-3616-7D89-C7810B01F283}"/>
          </ac:spMkLst>
        </pc:spChg>
      </pc:sldChg>
    </pc:docChg>
  </pc:docChgLst>
  <pc:docChgLst>
    <pc:chgData name="Gupta, Prayas" userId="0381c3a3-988c-4c8e-834e-0fecad48b0e9" providerId="ADAL" clId="{09993E4F-437A-44E5-8869-589648A97328}"/>
    <pc:docChg chg="mod modSld">
      <pc:chgData name="Gupta, Prayas" userId="0381c3a3-988c-4c8e-834e-0fecad48b0e9" providerId="ADAL" clId="{09993E4F-437A-44E5-8869-589648A97328}" dt="2026-08-13T11:11:36.772" v="7" actId="20577"/>
      <pc:docMkLst>
        <pc:docMk/>
      </pc:docMkLst>
      <pc:sldChg chg="modSp mod">
        <pc:chgData name="Gupta, Prayas" userId="0381c3a3-988c-4c8e-834e-0fecad48b0e9" providerId="ADAL" clId="{09993E4F-437A-44E5-8869-589648A97328}" dt="2026-08-13T11:11:36.772" v="7" actId="20577"/>
        <pc:sldMkLst>
          <pc:docMk/>
          <pc:sldMk cId="2900283342" sldId="2147474087"/>
        </pc:sldMkLst>
        <pc:spChg chg="mod">
          <ac:chgData name="Gupta, Prayas" userId="0381c3a3-988c-4c8e-834e-0fecad48b0e9" providerId="ADAL" clId="{09993E4F-437A-44E5-8869-589648A97328}" dt="2026-08-13T11:09:34.874" v="2" actId="6549"/>
          <ac:spMkLst>
            <pc:docMk/>
            <pc:sldMk cId="2900283342" sldId="2147474087"/>
            <ac:spMk id="20" creationId="{1D2916F6-A4BF-2416-AF79-0554EA5D6206}"/>
          </ac:spMkLst>
        </pc:spChg>
        <pc:spChg chg="mod">
          <ac:chgData name="Gupta, Prayas" userId="0381c3a3-988c-4c8e-834e-0fecad48b0e9" providerId="ADAL" clId="{09993E4F-437A-44E5-8869-589648A97328}" dt="2026-08-13T11:11:36.772" v="7" actId="20577"/>
          <ac:spMkLst>
            <pc:docMk/>
            <pc:sldMk cId="2900283342" sldId="2147474087"/>
            <ac:spMk id="22" creationId="{B45C384A-1D7A-A3D4-2B36-CF15B9DFAD37}"/>
          </ac:spMkLst>
        </pc:spChg>
      </pc:sldChg>
    </pc:docChg>
  </pc:docChgLst>
  <pc:docChgLst>
    <pc:chgData name="Prayas Gupta" userId="58e914b7-7a18-4266-b42b-5eca9f87175c" providerId="ADAL" clId="{8C93D414-64EF-48C3-8DEE-F822A3CFD685}"/>
    <pc:docChg chg="modSld">
      <pc:chgData name="Prayas Gupta" userId="58e914b7-7a18-4266-b42b-5eca9f87175c" providerId="ADAL" clId="{8C93D414-64EF-48C3-8DEE-F822A3CFD685}" dt="2026-08-17T06:40:28.075" v="12" actId="255"/>
      <pc:docMkLst>
        <pc:docMk/>
      </pc:docMkLst>
      <pc:sldChg chg="modSp mod">
        <pc:chgData name="Prayas Gupta" userId="58e914b7-7a18-4266-b42b-5eca9f87175c" providerId="ADAL" clId="{8C93D414-64EF-48C3-8DEE-F822A3CFD685}" dt="2026-08-17T06:40:28.075" v="12" actId="255"/>
        <pc:sldMkLst>
          <pc:docMk/>
          <pc:sldMk cId="2900283342" sldId="2147474087"/>
        </pc:sldMkLst>
        <pc:spChg chg="mod">
          <ac:chgData name="Prayas Gupta" userId="58e914b7-7a18-4266-b42b-5eca9f87175c" providerId="ADAL" clId="{8C93D414-64EF-48C3-8DEE-F822A3CFD685}" dt="2026-08-17T06:40:28.075" v="12" actId="255"/>
          <ac:spMkLst>
            <pc:docMk/>
            <pc:sldMk cId="2900283342" sldId="2147474087"/>
            <ac:spMk id="22" creationId="{B45C384A-1D7A-A3D4-2B36-CF15B9DFAD3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6561233-45DC-0946-2455-02C93F71AD3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48A0130-1F16-3354-5317-EAAD29FFB5D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8D917C0-D42B-47D1-A861-215602EF8B73}" type="datetimeFigureOut">
              <a:rPr lang="en-US" smtClean="0"/>
              <a:t>8/17/2026</a:t>
            </a:fld>
            <a:endParaRPr lang="en-US"/>
          </a:p>
        </p:txBody>
      </p:sp>
      <p:sp>
        <p:nvSpPr>
          <p:cNvPr id="4" name="Footer Placeholder 3">
            <a:extLst>
              <a:ext uri="{FF2B5EF4-FFF2-40B4-BE49-F238E27FC236}">
                <a16:creationId xmlns:a16="http://schemas.microsoft.com/office/drawing/2014/main" id="{EA8E4F27-4BF2-3909-3638-05880831A73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7B71824-2436-611A-E077-B0450E3664A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D1FE844-F6AC-4291-8AAC-EA332323428F}" type="slidenum">
              <a:rPr lang="en-US" smtClean="0"/>
              <a:t>‹#›</a:t>
            </a:fld>
            <a:endParaRPr lang="en-US"/>
          </a:p>
        </p:txBody>
      </p:sp>
    </p:spTree>
    <p:extLst>
      <p:ext uri="{BB962C8B-B14F-4D97-AF65-F5344CB8AC3E}">
        <p14:creationId xmlns:p14="http://schemas.microsoft.com/office/powerpoint/2010/main" val="6110829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4D9FB6-F063-5E4C-8E15-DE2BAD5FDB90}" type="datetimeFigureOut">
              <a:rPr lang="en-US" smtClean="0"/>
              <a:t>8/17/2026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941F17-4160-ED44-996C-2E44614DC808}" type="slidenum">
              <a:rPr lang="en-US" smtClean="0"/>
              <a:t>‹#›</a:t>
            </a:fld>
            <a:endParaRPr lang="en-US"/>
          </a:p>
        </p:txBody>
      </p:sp>
    </p:spTree>
    <p:extLst>
      <p:ext uri="{BB962C8B-B14F-4D97-AF65-F5344CB8AC3E}">
        <p14:creationId xmlns:p14="http://schemas.microsoft.com/office/powerpoint/2010/main" val="33092797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Logo Orang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9EBB55-289A-DA4A-A0D3-EAD7AEF5765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50621" y="89262"/>
            <a:ext cx="10490758" cy="6679475"/>
          </a:xfrm>
          <a:prstGeom prst="rect">
            <a:avLst/>
          </a:prstGeom>
        </p:spPr>
      </p:pic>
    </p:spTree>
    <p:extLst>
      <p:ext uri="{BB962C8B-B14F-4D97-AF65-F5344CB8AC3E}">
        <p14:creationId xmlns:p14="http://schemas.microsoft.com/office/powerpoint/2010/main" val="97455533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alk-In Logo White">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9EBB55-289A-DA4A-A0D3-EAD7AEF5765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50621" y="89262"/>
            <a:ext cx="10490758" cy="6679474"/>
          </a:xfrm>
          <a:prstGeom prst="rect">
            <a:avLst/>
          </a:prstGeom>
        </p:spPr>
      </p:pic>
    </p:spTree>
    <p:extLst>
      <p:ext uri="{BB962C8B-B14F-4D97-AF65-F5344CB8AC3E}">
        <p14:creationId xmlns:p14="http://schemas.microsoft.com/office/powerpoint/2010/main" val="1122447627"/>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title orang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0"/>
            <a:ext cx="11277600" cy="3413547"/>
          </a:xfrm>
        </p:spPr>
        <p:txBody>
          <a:bodyPr anchor="b"/>
          <a:lstStyle>
            <a:lvl1pPr algn="l">
              <a:lnSpc>
                <a:spcPct val="80000"/>
              </a:lnSpc>
              <a:defRPr sz="60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4027501"/>
            <a:ext cx="11277599" cy="936385"/>
          </a:xfrm>
        </p:spPr>
        <p:txBody>
          <a:bodyPr>
            <a:normAutofit/>
          </a:bodyPr>
          <a:lstStyle>
            <a:lvl1pPr marL="0" indent="0" algn="l">
              <a:spcBef>
                <a:spcPts val="0"/>
              </a:spcBef>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378841678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title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accent3"/>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0" name="Picture 9" descr="Logo&#10;&#10;Description automatically generated">
            <a:extLst>
              <a:ext uri="{FF2B5EF4-FFF2-40B4-BE49-F238E27FC236}">
                <a16:creationId xmlns:a16="http://schemas.microsoft.com/office/drawing/2014/main" id="{55FCFE5F-EACE-DF4E-98EB-EB028DF66FF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59193" y="6132957"/>
            <a:ext cx="990600" cy="635000"/>
          </a:xfrm>
          <a:prstGeom prst="rect">
            <a:avLst/>
          </a:prstGeom>
        </p:spPr>
      </p:pic>
    </p:spTree>
    <p:extLst>
      <p:ext uri="{BB962C8B-B14F-4D97-AF65-F5344CB8AC3E}">
        <p14:creationId xmlns:p14="http://schemas.microsoft.com/office/powerpoint/2010/main" val="2308334862"/>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title white photo">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0" y="0"/>
            <a:ext cx="12192000" cy="6858000"/>
          </a:xfrm>
          <a:solidFill>
            <a:schemeClr val="accent6"/>
          </a:solidFill>
        </p:spPr>
        <p:txBody>
          <a:bodyPr tIns="1188720"/>
          <a:lstStyle>
            <a:lvl1pPr marL="0" indent="0" algn="ctr">
              <a:buNone/>
              <a:defRPr/>
            </a:lvl1pPr>
          </a:lstStyle>
          <a:p>
            <a:r>
              <a:rPr lang="en-US" dirty="0"/>
              <a:t>Insert Picture</a:t>
            </a:r>
          </a:p>
        </p:txBody>
      </p:sp>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Text Placeholder 7">
            <a:extLst>
              <a:ext uri="{FF2B5EF4-FFF2-40B4-BE49-F238E27FC236}">
                <a16:creationId xmlns:a16="http://schemas.microsoft.com/office/drawing/2014/main" id="{A507E633-4606-0F5C-1C47-2E2296BF6013}"/>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4044465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title arrow window">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3048" y="0"/>
            <a:ext cx="12192000" cy="6858000"/>
          </a:xfrm>
          <a:solidFill>
            <a:schemeClr val="accent6"/>
          </a:solidFill>
        </p:spPr>
        <p:txBody>
          <a:bodyPr tIns="1188720" rIns="914400"/>
          <a:lstStyle>
            <a:lvl1pPr marL="0" indent="0" algn="r">
              <a:buNone/>
              <a:defRPr/>
            </a:lvl1pPr>
          </a:lstStyle>
          <a:p>
            <a:r>
              <a:rPr lang="en-US" dirty="0"/>
              <a:t>Insert Picture</a:t>
            </a:r>
            <a:br>
              <a:rPr lang="en-US" dirty="0"/>
            </a:br>
            <a:r>
              <a:rPr lang="en-US" dirty="0"/>
              <a:t>and send to back</a:t>
            </a:r>
          </a:p>
        </p:txBody>
      </p:sp>
      <p:sp>
        <p:nvSpPr>
          <p:cNvPr id="12" name="Text Placeholder 11">
            <a:extLst>
              <a:ext uri="{FF2B5EF4-FFF2-40B4-BE49-F238E27FC236}">
                <a16:creationId xmlns:a16="http://schemas.microsoft.com/office/drawing/2014/main" id="{67CD8347-12EC-7004-68FD-F0EB1360FD8F}"/>
              </a:ext>
            </a:extLst>
          </p:cNvPr>
          <p:cNvSpPr>
            <a:spLocks noGrp="1"/>
          </p:cNvSpPr>
          <p:nvPr>
            <p:ph type="body" sz="quarter" idx="12" hasCustomPrompt="1"/>
          </p:nvPr>
        </p:nvSpPr>
        <p:spPr>
          <a:xfrm>
            <a:off x="0" y="0"/>
            <a:ext cx="12188952" cy="6858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0" indent="0">
              <a:buFontTx/>
              <a:buNone/>
              <a:defRPr/>
            </a:lvl1pPr>
          </a:lstStyle>
          <a:p>
            <a:pPr lvl="0"/>
            <a:r>
              <a:rPr lang="en-US" dirty="0"/>
              <a:t> </a:t>
            </a:r>
          </a:p>
        </p:txBody>
      </p:sp>
      <p:sp>
        <p:nvSpPr>
          <p:cNvPr id="2" name="Title 1"/>
          <p:cNvSpPr>
            <a:spLocks noGrp="1"/>
          </p:cNvSpPr>
          <p:nvPr>
            <p:ph type="ctrTitle"/>
          </p:nvPr>
        </p:nvSpPr>
        <p:spPr>
          <a:xfrm>
            <a:off x="2752627" y="457200"/>
            <a:ext cx="5637229" cy="3413547"/>
          </a:xfrm>
        </p:spPr>
        <p:txBody>
          <a:bodyPr anchor="b">
            <a:noAutofit/>
          </a:bodyPr>
          <a:lstStyle>
            <a:lvl1pPr algn="l">
              <a:lnSpc>
                <a:spcPct val="80000"/>
              </a:lnSpc>
              <a:defRPr sz="600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752627" y="4027501"/>
            <a:ext cx="5637229" cy="936385"/>
          </a:xfrm>
        </p:spPr>
        <p:txBody>
          <a:bodyPr>
            <a:noAutofit/>
          </a:bodyPr>
          <a:lstStyle>
            <a:lvl1pPr marL="0" indent="0" algn="l">
              <a:spcBef>
                <a:spcPts val="0"/>
              </a:spcBef>
              <a:buNone/>
              <a:defRPr sz="2000">
                <a:solidFill>
                  <a:schemeClr val="accent3"/>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Text Placeholder 7">
            <a:extLst>
              <a:ext uri="{FF2B5EF4-FFF2-40B4-BE49-F238E27FC236}">
                <a16:creationId xmlns:a16="http://schemas.microsoft.com/office/drawing/2014/main" id="{87C4AD12-4ACC-C840-8312-C7E5355E4FF9}"/>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19666504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title orange photo">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0" y="0"/>
            <a:ext cx="12192000" cy="6858000"/>
          </a:xfrm>
          <a:solidFill>
            <a:schemeClr val="accent6"/>
          </a:solidFill>
        </p:spPr>
        <p:txBody>
          <a:bodyPr tIns="1188720"/>
          <a:lstStyle>
            <a:lvl1pPr marL="0" indent="0" algn="ctr">
              <a:buNone/>
              <a:defRPr/>
            </a:lvl1pPr>
          </a:lstStyle>
          <a:p>
            <a:r>
              <a:rPr lang="en-US" dirty="0"/>
              <a:t>Insert Picture</a:t>
            </a:r>
          </a:p>
        </p:txBody>
      </p:sp>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accent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Text Placeholder 7">
            <a:extLst>
              <a:ext uri="{FF2B5EF4-FFF2-40B4-BE49-F238E27FC236}">
                <a16:creationId xmlns:a16="http://schemas.microsoft.com/office/drawing/2014/main" id="{051F0EE0-3D9B-E861-B59E-EC60640064C5}"/>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1389755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slate blue bkgrd">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grpSp>
        <p:nvGrpSpPr>
          <p:cNvPr id="5" name="Group 4">
            <a:extLst>
              <a:ext uri="{FF2B5EF4-FFF2-40B4-BE49-F238E27FC236}">
                <a16:creationId xmlns:a16="http://schemas.microsoft.com/office/drawing/2014/main" id="{B5E7F613-476C-024A-86BD-E0B81985C92A}"/>
              </a:ext>
            </a:extLst>
          </p:cNvPr>
          <p:cNvGrpSpPr/>
          <p:nvPr userDrawn="1"/>
        </p:nvGrpSpPr>
        <p:grpSpPr>
          <a:xfrm>
            <a:off x="1466513" y="1697519"/>
            <a:ext cx="4045461" cy="3447288"/>
            <a:chOff x="4060628" y="1718294"/>
            <a:chExt cx="4045461" cy="3443084"/>
          </a:xfrm>
        </p:grpSpPr>
        <p:sp>
          <p:nvSpPr>
            <p:cNvPr id="6" name="Triangle 5">
              <a:extLst>
                <a:ext uri="{FF2B5EF4-FFF2-40B4-BE49-F238E27FC236}">
                  <a16:creationId xmlns:a16="http://schemas.microsoft.com/office/drawing/2014/main" id="{76811C46-10E6-0040-9FB9-B4A9F7A806AC}"/>
                </a:ext>
              </a:extLst>
            </p:cNvPr>
            <p:cNvSpPr/>
            <p:nvPr/>
          </p:nvSpPr>
          <p:spPr>
            <a:xfrm rot="5400000">
              <a:off x="2914378"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A79E34A4-86AB-F648-9081-3953BAB39BF1}"/>
                </a:ext>
              </a:extLst>
            </p:cNvPr>
            <p:cNvSpPr/>
            <p:nvPr/>
          </p:nvSpPr>
          <p:spPr>
            <a:xfrm rot="5400000">
              <a:off x="4361816"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E64D4B64-C054-2C4D-8E11-6C03338EEA96}"/>
                </a:ext>
              </a:extLst>
            </p:cNvPr>
            <p:cNvSpPr/>
            <p:nvPr/>
          </p:nvSpPr>
          <p:spPr>
            <a:xfrm rot="5400000">
              <a:off x="5809255" y="2864544"/>
              <a:ext cx="3443084" cy="1150584"/>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782087288"/>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light blue bkgrd">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accent3"/>
                </a:solidFill>
              </a:defRPr>
            </a:lvl1pPr>
          </a:lstStyle>
          <a:p>
            <a:r>
              <a:rPr lang="en-US"/>
              <a:t>Click to edit Master title style</a:t>
            </a:r>
            <a:endParaRPr lang="en-US" dirty="0"/>
          </a:p>
        </p:txBody>
      </p:sp>
      <p:grpSp>
        <p:nvGrpSpPr>
          <p:cNvPr id="5" name="Group 4">
            <a:extLst>
              <a:ext uri="{FF2B5EF4-FFF2-40B4-BE49-F238E27FC236}">
                <a16:creationId xmlns:a16="http://schemas.microsoft.com/office/drawing/2014/main" id="{B5E7F613-476C-024A-86BD-E0B81985C92A}"/>
              </a:ext>
            </a:extLst>
          </p:cNvPr>
          <p:cNvGrpSpPr/>
          <p:nvPr userDrawn="1"/>
        </p:nvGrpSpPr>
        <p:grpSpPr>
          <a:xfrm>
            <a:off x="1466513" y="1697519"/>
            <a:ext cx="4045461" cy="3447288"/>
            <a:chOff x="4060628" y="1718294"/>
            <a:chExt cx="4045461" cy="3443084"/>
          </a:xfrm>
          <a:solidFill>
            <a:schemeClr val="bg2"/>
          </a:solidFill>
        </p:grpSpPr>
        <p:sp>
          <p:nvSpPr>
            <p:cNvPr id="6" name="Triangle 5">
              <a:extLst>
                <a:ext uri="{FF2B5EF4-FFF2-40B4-BE49-F238E27FC236}">
                  <a16:creationId xmlns:a16="http://schemas.microsoft.com/office/drawing/2014/main" id="{76811C46-10E6-0040-9FB9-B4A9F7A806AC}"/>
                </a:ext>
              </a:extLst>
            </p:cNvPr>
            <p:cNvSpPr/>
            <p:nvPr/>
          </p:nvSpPr>
          <p:spPr>
            <a:xfrm rot="5400000">
              <a:off x="2914378" y="2864544"/>
              <a:ext cx="3443084" cy="115058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A79E34A4-86AB-F648-9081-3953BAB39BF1}"/>
                </a:ext>
              </a:extLst>
            </p:cNvPr>
            <p:cNvSpPr/>
            <p:nvPr/>
          </p:nvSpPr>
          <p:spPr>
            <a:xfrm rot="5400000">
              <a:off x="4361816" y="2864544"/>
              <a:ext cx="3443084" cy="115058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E64D4B64-C054-2C4D-8E11-6C03338EEA96}"/>
                </a:ext>
              </a:extLst>
            </p:cNvPr>
            <p:cNvSpPr/>
            <p:nvPr/>
          </p:nvSpPr>
          <p:spPr>
            <a:xfrm rot="5400000">
              <a:off x="5809255" y="2864544"/>
              <a:ext cx="3443084" cy="115058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Text Placeholder 7">
            <a:extLst>
              <a:ext uri="{FF2B5EF4-FFF2-40B4-BE49-F238E27FC236}">
                <a16:creationId xmlns:a16="http://schemas.microsoft.com/office/drawing/2014/main" id="{21022AB0-A6DF-42F4-2FD1-C8A66FD65C79}"/>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3102934108"/>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triangle slate blue">
    <p:bg>
      <p:bgPr>
        <a:solidFill>
          <a:schemeClr val="accent1"/>
        </a:solidFill>
        <a:effectLst/>
      </p:bgPr>
    </p:bg>
    <p:spTree>
      <p:nvGrpSpPr>
        <p:cNvPr id="1" name=""/>
        <p:cNvGrpSpPr/>
        <p:nvPr/>
      </p:nvGrpSpPr>
      <p:grpSpPr>
        <a:xfrm>
          <a:off x="0" y="0"/>
          <a:ext cx="0" cy="0"/>
          <a:chOff x="0" y="0"/>
          <a:chExt cx="0" cy="0"/>
        </a:xfrm>
      </p:grpSpPr>
      <p:sp>
        <p:nvSpPr>
          <p:cNvPr id="3" name="Triangle 6">
            <a:extLst>
              <a:ext uri="{FF2B5EF4-FFF2-40B4-BE49-F238E27FC236}">
                <a16:creationId xmlns:a16="http://schemas.microsoft.com/office/drawing/2014/main" id="{931308C3-C86F-8439-79F6-BF2D0C1E6F6F}"/>
              </a:ext>
            </a:extLst>
          </p:cNvPr>
          <p:cNvSpPr>
            <a:spLocks noChangeAspect="1"/>
          </p:cNvSpPr>
          <p:nvPr userDrawn="1"/>
        </p:nvSpPr>
        <p:spPr>
          <a:xfrm>
            <a:off x="1041123" y="1864380"/>
            <a:ext cx="4572001" cy="3152731"/>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1154065436"/>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triangle light blue">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bg2"/>
                </a:solidFill>
              </a:defRPr>
            </a:lvl1pPr>
          </a:lstStyle>
          <a:p>
            <a:r>
              <a:rPr lang="en-US"/>
              <a:t>Click to edit Master title style</a:t>
            </a:r>
            <a:endParaRPr lang="en-US" dirty="0"/>
          </a:p>
        </p:txBody>
      </p:sp>
      <p:sp>
        <p:nvSpPr>
          <p:cNvPr id="3" name="Text Placeholder 7">
            <a:extLst>
              <a:ext uri="{FF2B5EF4-FFF2-40B4-BE49-F238E27FC236}">
                <a16:creationId xmlns:a16="http://schemas.microsoft.com/office/drawing/2014/main" id="{AF3ADCCC-FA43-7DCA-36DD-741C471925AA}"/>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
        <p:nvSpPr>
          <p:cNvPr id="4" name="Triangle 6">
            <a:extLst>
              <a:ext uri="{FF2B5EF4-FFF2-40B4-BE49-F238E27FC236}">
                <a16:creationId xmlns:a16="http://schemas.microsoft.com/office/drawing/2014/main" id="{4766D99B-C9CC-1DAD-1E54-88F872622439}"/>
              </a:ext>
            </a:extLst>
          </p:cNvPr>
          <p:cNvSpPr>
            <a:spLocks noChangeAspect="1"/>
          </p:cNvSpPr>
          <p:nvPr userDrawn="1"/>
        </p:nvSpPr>
        <p:spPr>
          <a:xfrm>
            <a:off x="1041123" y="1864380"/>
            <a:ext cx="4572001" cy="3152731"/>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00190957"/>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photo">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93EB44E-E9F3-8842-B537-69D4B697C4AC}"/>
              </a:ext>
            </a:extLst>
          </p:cNvPr>
          <p:cNvSpPr>
            <a:spLocks noGrp="1"/>
          </p:cNvSpPr>
          <p:nvPr>
            <p:ph type="pic" sz="quarter" idx="12" hasCustomPrompt="1"/>
          </p:nvPr>
        </p:nvSpPr>
        <p:spPr>
          <a:xfrm>
            <a:off x="0" y="0"/>
            <a:ext cx="12192000" cy="6858000"/>
          </a:xfrm>
        </p:spPr>
        <p:txBody>
          <a:bodyPr tIns="1097280"/>
          <a:lstStyle>
            <a:lvl1pPr marL="0" indent="0" algn="ctr">
              <a:buNone/>
              <a:defRPr/>
            </a:lvl1pPr>
          </a:lstStyle>
          <a:p>
            <a:r>
              <a:rPr lang="en-US" dirty="0"/>
              <a:t>Insert Picture</a:t>
            </a:r>
            <a:br>
              <a:rPr lang="en-US" dirty="0"/>
            </a:br>
            <a:r>
              <a:rPr lang="en-US" dirty="0"/>
              <a:t>then send to back</a:t>
            </a:r>
          </a:p>
        </p:txBody>
      </p:sp>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7">
            <a:extLst>
              <a:ext uri="{FF2B5EF4-FFF2-40B4-BE49-F238E27FC236}">
                <a16:creationId xmlns:a16="http://schemas.microsoft.com/office/drawing/2014/main" id="{64E7516A-EF6D-1A45-8147-27BA6599CE8D}"/>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15745958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triangle window photo">
    <p:bg>
      <p:bgPr>
        <a:solidFill>
          <a:schemeClr val="tx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68FB34F-AFB3-FB22-6CF1-6C96D239CF45}"/>
              </a:ext>
            </a:extLst>
          </p:cNvPr>
          <p:cNvSpPr>
            <a:spLocks noGrp="1"/>
          </p:cNvSpPr>
          <p:nvPr>
            <p:ph type="body" sz="quarter" idx="13" hasCustomPrompt="1"/>
          </p:nvPr>
        </p:nvSpPr>
        <p:spPr>
          <a:xfrm>
            <a:off x="0" y="0"/>
            <a:ext cx="12188952" cy="6858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0" indent="0">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 </a:t>
            </a:r>
          </a:p>
        </p:txBody>
      </p:sp>
      <p:sp>
        <p:nvSpPr>
          <p:cNvPr id="13" name="Picture Placeholder 12">
            <a:extLst>
              <a:ext uri="{FF2B5EF4-FFF2-40B4-BE49-F238E27FC236}">
                <a16:creationId xmlns:a16="http://schemas.microsoft.com/office/drawing/2014/main" id="{22DD5020-0712-DF29-4789-07AE704465D4}"/>
              </a:ext>
            </a:extLst>
          </p:cNvPr>
          <p:cNvSpPr>
            <a:spLocks noGrp="1"/>
          </p:cNvSpPr>
          <p:nvPr>
            <p:ph type="pic" sz="quarter" idx="12"/>
          </p:nvPr>
        </p:nvSpPr>
        <p:spPr>
          <a:xfrm>
            <a:off x="0" y="0"/>
            <a:ext cx="12188952" cy="6858000"/>
          </a:xfrm>
        </p:spPr>
        <p:txBody>
          <a:bodyPr/>
          <a:lstStyle>
            <a:lvl1pPr marL="0" indent="0" algn="ctr">
              <a:buNone/>
              <a:defRPr>
                <a:solidFill>
                  <a:schemeClr val="accent3"/>
                </a:solidFill>
              </a:defRPr>
            </a:lvl1pPr>
          </a:lstStyle>
          <a:p>
            <a:r>
              <a:rPr lang="en-US"/>
              <a:t>Click icon to add picture</a:t>
            </a:r>
            <a:endParaRPr lang="en-US" dirty="0"/>
          </a:p>
        </p:txBody>
      </p:sp>
      <p:sp>
        <p:nvSpPr>
          <p:cNvPr id="2" name="Title 1"/>
          <p:cNvSpPr>
            <a:spLocks noGrp="1"/>
          </p:cNvSpPr>
          <p:nvPr>
            <p:ph type="ctrTitle"/>
          </p:nvPr>
        </p:nvSpPr>
        <p:spPr>
          <a:xfrm>
            <a:off x="8097625" y="696688"/>
            <a:ext cx="3912124" cy="3447288"/>
          </a:xfrm>
        </p:spPr>
        <p:txBody>
          <a:bodyPr anchor="ctr" anchorCtr="0">
            <a:noAutofit/>
          </a:bodyPr>
          <a:lstStyle>
            <a:lvl1pPr algn="l">
              <a:lnSpc>
                <a:spcPct val="80000"/>
              </a:lnSpc>
              <a:defRPr sz="4000">
                <a:solidFill>
                  <a:schemeClr val="bg2"/>
                </a:solidFill>
              </a:defRPr>
            </a:lvl1pPr>
          </a:lstStyle>
          <a:p>
            <a:r>
              <a:rPr lang="en-US"/>
              <a:t>Click to edit Master title style</a:t>
            </a:r>
            <a:endParaRPr lang="en-US" dirty="0"/>
          </a:p>
        </p:txBody>
      </p:sp>
      <p:sp>
        <p:nvSpPr>
          <p:cNvPr id="3" name="Text Placeholder 7">
            <a:extLst>
              <a:ext uri="{FF2B5EF4-FFF2-40B4-BE49-F238E27FC236}">
                <a16:creationId xmlns:a16="http://schemas.microsoft.com/office/drawing/2014/main" id="{AF3ADCCC-FA43-7DCA-36DD-741C471925AA}"/>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2944141090"/>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ne column layout">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672567"/>
          </a:xfrm>
        </p:spPr>
        <p:txBody>
          <a:bodyPr anchor="t" anchorCtr="0">
            <a:normAutofit/>
          </a:bodyPr>
          <a:lstStyle>
            <a:lvl1pPr algn="l">
              <a:lnSpc>
                <a:spcPct val="80000"/>
              </a:lnSpc>
              <a:defRPr sz="36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1" y="1420992"/>
            <a:ext cx="11249320" cy="4543044"/>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2677143594"/>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One column sub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558199"/>
          </a:xfrm>
        </p:spPr>
        <p:txBody>
          <a:bodyPr anchor="t" anchorCtr="0">
            <a:normAutofit/>
          </a:bodyPr>
          <a:lstStyle>
            <a:lvl1pPr algn="l">
              <a:lnSpc>
                <a:spcPct val="80000"/>
              </a:lnSpc>
              <a:defRPr sz="36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1" y="1636226"/>
            <a:ext cx="11249320" cy="4344320"/>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
        <p:nvSpPr>
          <p:cNvPr id="4" name="Text Placeholder 3">
            <a:extLst>
              <a:ext uri="{FF2B5EF4-FFF2-40B4-BE49-F238E27FC236}">
                <a16:creationId xmlns:a16="http://schemas.microsoft.com/office/drawing/2014/main" id="{CC51CF4F-FD7D-FD19-6372-B37CB1750868}"/>
              </a:ext>
            </a:extLst>
          </p:cNvPr>
          <p:cNvSpPr>
            <a:spLocks noGrp="1"/>
          </p:cNvSpPr>
          <p:nvPr>
            <p:ph type="body" sz="quarter" idx="15"/>
          </p:nvPr>
        </p:nvSpPr>
        <p:spPr>
          <a:xfrm>
            <a:off x="485481" y="1111117"/>
            <a:ext cx="11249320" cy="245636"/>
          </a:xfrm>
        </p:spPr>
        <p:txBody>
          <a:bodyPr/>
          <a:lstStyle>
            <a:lvl1pPr marL="0" indent="0">
              <a:buFontTx/>
              <a:buNone/>
              <a:defRPr sz="1600" b="1">
                <a:solidFill>
                  <a:schemeClr val="accent3"/>
                </a:solidFill>
                <a:latin typeface="+mn-lt"/>
              </a:defRPr>
            </a:lvl1pPr>
            <a:lvl2pPr marL="290513" indent="0">
              <a:buFontTx/>
              <a:buNone/>
              <a:defRPr sz="1800">
                <a:solidFill>
                  <a:schemeClr val="accent3"/>
                </a:solidFill>
                <a:latin typeface="+mn-lt"/>
              </a:defRPr>
            </a:lvl2pPr>
            <a:lvl3pPr marL="582613" indent="0">
              <a:buFontTx/>
              <a:buNone/>
              <a:defRPr sz="1800">
                <a:solidFill>
                  <a:schemeClr val="accent3"/>
                </a:solidFill>
                <a:latin typeface="+mn-lt"/>
              </a:defRPr>
            </a:lvl3pPr>
            <a:lvl4pPr marL="855663" indent="0">
              <a:buFontTx/>
              <a:buNone/>
              <a:defRPr sz="1800">
                <a:solidFill>
                  <a:schemeClr val="accent3"/>
                </a:solidFill>
                <a:latin typeface="+mn-lt"/>
              </a:defRPr>
            </a:lvl4pPr>
            <a:lvl5pPr marL="1100138" indent="0">
              <a:buFontTx/>
              <a:buNone/>
              <a:defRPr sz="1800">
                <a:solidFill>
                  <a:schemeClr val="accent3"/>
                </a:solidFill>
                <a:latin typeface="+mn-lt"/>
              </a:defRPr>
            </a:lvl5pPr>
          </a:lstStyle>
          <a:p>
            <a:pPr lvl="0"/>
            <a:r>
              <a:rPr lang="en-US"/>
              <a:t>Click to edit Master text styles</a:t>
            </a:r>
          </a:p>
        </p:txBody>
      </p:sp>
    </p:spTree>
    <p:extLst>
      <p:ext uri="{BB962C8B-B14F-4D97-AF65-F5344CB8AC3E}">
        <p14:creationId xmlns:p14="http://schemas.microsoft.com/office/powerpoint/2010/main" val="3641992004"/>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lumn layout">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672567"/>
          </a:xfrm>
        </p:spPr>
        <p:txBody>
          <a:bodyPr anchor="t" anchorCtr="0">
            <a:normAutofit/>
          </a:bodyPr>
          <a:lstStyle>
            <a:lvl1pPr algn="l">
              <a:lnSpc>
                <a:spcPct val="80000"/>
              </a:lnSpc>
              <a:defRPr sz="36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2" y="1420992"/>
            <a:ext cx="5077716" cy="4543044"/>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
        <p:nvSpPr>
          <p:cNvPr id="6" name="Text Placeholder 5">
            <a:extLst>
              <a:ext uri="{FF2B5EF4-FFF2-40B4-BE49-F238E27FC236}">
                <a16:creationId xmlns:a16="http://schemas.microsoft.com/office/drawing/2014/main" id="{0DF97235-8ACD-EA2A-2D57-3EF3975E30C5}"/>
              </a:ext>
            </a:extLst>
          </p:cNvPr>
          <p:cNvSpPr>
            <a:spLocks noGrp="1"/>
          </p:cNvSpPr>
          <p:nvPr>
            <p:ph type="body" sz="quarter" idx="16"/>
          </p:nvPr>
        </p:nvSpPr>
        <p:spPr>
          <a:xfrm>
            <a:off x="6019016" y="1420813"/>
            <a:ext cx="5104613" cy="4572092"/>
          </a:xfrm>
        </p:spPr>
        <p:txBody>
          <a:bodyPr/>
          <a:lstStyle>
            <a:lvl1pPr marL="0" indent="0">
              <a:lnSpc>
                <a:spcPct val="100000"/>
              </a:lnSpc>
              <a:spcBef>
                <a:spcPts val="600"/>
              </a:spcBef>
              <a:spcAft>
                <a:spcPts val="600"/>
              </a:spcAft>
              <a:buFontTx/>
              <a:buNone/>
              <a:defRPr sz="2000">
                <a:solidFill>
                  <a:schemeClr val="tx1"/>
                </a:solidFill>
                <a:latin typeface="+mn-lt"/>
              </a:defRPr>
            </a:lvl1pPr>
            <a:lvl2pPr marL="515938" indent="-225425">
              <a:lnSpc>
                <a:spcPct val="100000"/>
              </a:lnSpc>
              <a:spcBef>
                <a:spcPts val="0"/>
              </a:spcBef>
              <a:spcAft>
                <a:spcPts val="600"/>
              </a:spcAft>
              <a:buClr>
                <a:schemeClr val="tx2"/>
              </a:buClr>
              <a:buFont typeface="Arial" panose="020B0604020202020204" pitchFamily="34" charset="0"/>
              <a:buChar char="•"/>
              <a:defRPr sz="2000">
                <a:solidFill>
                  <a:schemeClr val="tx1"/>
                </a:solidFill>
              </a:defRPr>
            </a:lvl2pPr>
            <a:lvl3pPr>
              <a:lnSpc>
                <a:spcPct val="100000"/>
              </a:lnSpc>
              <a:spcBef>
                <a:spcPts val="0"/>
              </a:spcBef>
              <a:spcAft>
                <a:spcPts val="600"/>
              </a:spcAft>
              <a:defRPr sz="1600">
                <a:solidFill>
                  <a:schemeClr val="tx1"/>
                </a:solidFill>
              </a:defRPr>
            </a:lvl3pPr>
            <a:lvl4pPr>
              <a:lnSpc>
                <a:spcPct val="100000"/>
              </a:lnSpc>
              <a:spcBef>
                <a:spcPts val="0"/>
              </a:spcBef>
              <a:spcAft>
                <a:spcPts val="600"/>
              </a:spcAft>
              <a:defRPr sz="1400">
                <a:solidFill>
                  <a:schemeClr val="tx1"/>
                </a:solidFill>
              </a:defRPr>
            </a:lvl4pPr>
            <a:lvl5pPr marL="1257300" indent="-157163">
              <a:lnSpc>
                <a:spcPct val="100000"/>
              </a:lnSpc>
              <a:spcBef>
                <a:spcPts val="0"/>
              </a:spcBef>
              <a:spcAft>
                <a:spcPts val="600"/>
              </a:spcAf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39444678"/>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lumn sub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2"/>
            <a:ext cx="11277600" cy="567626"/>
          </a:xfrm>
        </p:spPr>
        <p:txBody>
          <a:bodyPr anchor="t" anchorCtr="0">
            <a:normAutofit/>
          </a:bodyPr>
          <a:lstStyle>
            <a:lvl1pPr algn="l">
              <a:lnSpc>
                <a:spcPct val="80000"/>
              </a:lnSpc>
              <a:defRPr sz="36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2" y="1636226"/>
            <a:ext cx="5077716" cy="4543044"/>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
        <p:nvSpPr>
          <p:cNvPr id="6" name="Text Placeholder 5">
            <a:extLst>
              <a:ext uri="{FF2B5EF4-FFF2-40B4-BE49-F238E27FC236}">
                <a16:creationId xmlns:a16="http://schemas.microsoft.com/office/drawing/2014/main" id="{0DF97235-8ACD-EA2A-2D57-3EF3975E30C5}"/>
              </a:ext>
            </a:extLst>
          </p:cNvPr>
          <p:cNvSpPr>
            <a:spLocks noGrp="1"/>
          </p:cNvSpPr>
          <p:nvPr>
            <p:ph type="body" sz="quarter" idx="16"/>
          </p:nvPr>
        </p:nvSpPr>
        <p:spPr>
          <a:xfrm>
            <a:off x="6019016" y="1636226"/>
            <a:ext cx="5104613" cy="4572092"/>
          </a:xfrm>
        </p:spPr>
        <p:txBody>
          <a:bodyPr/>
          <a:lstStyle>
            <a:lvl1pPr marL="0" indent="0">
              <a:lnSpc>
                <a:spcPct val="100000"/>
              </a:lnSpc>
              <a:spcBef>
                <a:spcPts val="600"/>
              </a:spcBef>
              <a:spcAft>
                <a:spcPts val="600"/>
              </a:spcAft>
              <a:buFontTx/>
              <a:buNone/>
              <a:defRPr sz="2000">
                <a:solidFill>
                  <a:schemeClr val="tx1"/>
                </a:solidFill>
                <a:latin typeface="+mn-lt"/>
              </a:defRPr>
            </a:lvl1pPr>
            <a:lvl2pPr marL="515938" indent="-225425">
              <a:lnSpc>
                <a:spcPct val="100000"/>
              </a:lnSpc>
              <a:spcBef>
                <a:spcPts val="0"/>
              </a:spcBef>
              <a:spcAft>
                <a:spcPts val="600"/>
              </a:spcAft>
              <a:buClr>
                <a:schemeClr val="tx2"/>
              </a:buClr>
              <a:buFont typeface="Arial" panose="020B0604020202020204" pitchFamily="34" charset="0"/>
              <a:buChar char="•"/>
              <a:defRPr sz="2000">
                <a:solidFill>
                  <a:schemeClr val="tx1"/>
                </a:solidFill>
              </a:defRPr>
            </a:lvl2pPr>
            <a:lvl3pPr>
              <a:lnSpc>
                <a:spcPct val="100000"/>
              </a:lnSpc>
              <a:spcBef>
                <a:spcPts val="0"/>
              </a:spcBef>
              <a:spcAft>
                <a:spcPts val="600"/>
              </a:spcAft>
              <a:defRPr sz="1600">
                <a:solidFill>
                  <a:schemeClr val="tx1"/>
                </a:solidFill>
              </a:defRPr>
            </a:lvl3pPr>
            <a:lvl4pPr>
              <a:lnSpc>
                <a:spcPct val="100000"/>
              </a:lnSpc>
              <a:spcBef>
                <a:spcPts val="0"/>
              </a:spcBef>
              <a:spcAft>
                <a:spcPts val="600"/>
              </a:spcAft>
              <a:defRPr sz="1400">
                <a:solidFill>
                  <a:schemeClr val="tx1"/>
                </a:solidFill>
              </a:defRPr>
            </a:lvl4pPr>
            <a:lvl5pPr marL="1257300" indent="-157163">
              <a:lnSpc>
                <a:spcPct val="100000"/>
              </a:lnSpc>
              <a:spcBef>
                <a:spcPts val="0"/>
              </a:spcBef>
              <a:spcAft>
                <a:spcPts val="600"/>
              </a:spcAf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3">
            <a:extLst>
              <a:ext uri="{FF2B5EF4-FFF2-40B4-BE49-F238E27FC236}">
                <a16:creationId xmlns:a16="http://schemas.microsoft.com/office/drawing/2014/main" id="{7DC9EA03-FA8F-AD79-F54A-F23726C03305}"/>
              </a:ext>
            </a:extLst>
          </p:cNvPr>
          <p:cNvSpPr>
            <a:spLocks noGrp="1"/>
          </p:cNvSpPr>
          <p:nvPr>
            <p:ph type="body" sz="quarter" idx="15"/>
          </p:nvPr>
        </p:nvSpPr>
        <p:spPr>
          <a:xfrm>
            <a:off x="485481" y="1111117"/>
            <a:ext cx="11249320" cy="245636"/>
          </a:xfrm>
        </p:spPr>
        <p:txBody>
          <a:bodyPr/>
          <a:lstStyle>
            <a:lvl1pPr marL="0" indent="0">
              <a:buFontTx/>
              <a:buNone/>
              <a:defRPr sz="1600" b="1">
                <a:solidFill>
                  <a:schemeClr val="accent3"/>
                </a:solidFill>
                <a:latin typeface="+mn-lt"/>
              </a:defRPr>
            </a:lvl1pPr>
            <a:lvl2pPr marL="290513" indent="0">
              <a:buFontTx/>
              <a:buNone/>
              <a:defRPr sz="1800">
                <a:solidFill>
                  <a:schemeClr val="accent3"/>
                </a:solidFill>
                <a:latin typeface="+mn-lt"/>
              </a:defRPr>
            </a:lvl2pPr>
            <a:lvl3pPr marL="582613" indent="0">
              <a:buFontTx/>
              <a:buNone/>
              <a:defRPr sz="1800">
                <a:solidFill>
                  <a:schemeClr val="accent3"/>
                </a:solidFill>
                <a:latin typeface="+mn-lt"/>
              </a:defRPr>
            </a:lvl3pPr>
            <a:lvl4pPr marL="855663" indent="0">
              <a:buFontTx/>
              <a:buNone/>
              <a:defRPr sz="1800">
                <a:solidFill>
                  <a:schemeClr val="accent3"/>
                </a:solidFill>
                <a:latin typeface="+mn-lt"/>
              </a:defRPr>
            </a:lvl4pPr>
            <a:lvl5pPr marL="1100138" indent="0">
              <a:buFontTx/>
              <a:buNone/>
              <a:defRPr sz="1800">
                <a:solidFill>
                  <a:schemeClr val="accent3"/>
                </a:solidFill>
                <a:latin typeface="+mn-lt"/>
              </a:defRPr>
            </a:lvl5pPr>
          </a:lstStyle>
          <a:p>
            <a:pPr lvl="0"/>
            <a:r>
              <a:rPr lang="en-US"/>
              <a:t>Click to edit Master text styles</a:t>
            </a:r>
          </a:p>
        </p:txBody>
      </p:sp>
    </p:spTree>
    <p:extLst>
      <p:ext uri="{BB962C8B-B14F-4D97-AF65-F5344CB8AC3E}">
        <p14:creationId xmlns:p14="http://schemas.microsoft.com/office/powerpoint/2010/main" val="369300453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der orang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bg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
        <p:nvSpPr>
          <p:cNvPr id="6" name="Text Placeholder 5">
            <a:extLst>
              <a:ext uri="{FF2B5EF4-FFF2-40B4-BE49-F238E27FC236}">
                <a16:creationId xmlns:a16="http://schemas.microsoft.com/office/drawing/2014/main" id="{F6620FF5-63E7-D7A1-E95E-667A3A5A47A4}"/>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bg1"/>
                </a:solidFill>
                <a:latin typeface="+mn-lt"/>
              </a:defRPr>
            </a:lvl1pPr>
            <a:lvl2pPr marL="227013" indent="-227013">
              <a:lnSpc>
                <a:spcPct val="100000"/>
              </a:lnSpc>
              <a:spcAft>
                <a:spcPts val="300"/>
              </a:spcAft>
              <a:buFont typeface="Arial" panose="020B0604020202020204" pitchFamily="34" charset="0"/>
              <a:buChar char="•"/>
              <a:defRPr sz="2000">
                <a:solidFill>
                  <a:schemeClr val="bg1"/>
                </a:solidFill>
              </a:defRPr>
            </a:lvl2pPr>
            <a:lvl3pPr marL="461963" indent="-225425">
              <a:lnSpc>
                <a:spcPct val="100000"/>
              </a:lnSpc>
              <a:spcAft>
                <a:spcPts val="300"/>
              </a:spcAft>
              <a:tabLst/>
              <a:defRPr>
                <a:solidFill>
                  <a:schemeClr val="bg1"/>
                </a:solidFill>
              </a:defRPr>
            </a:lvl3pPr>
            <a:lvl4pPr marL="744538" indent="-225425">
              <a:lnSpc>
                <a:spcPct val="100000"/>
              </a:lnSpc>
              <a:spcAft>
                <a:spcPts val="300"/>
              </a:spcAft>
              <a:tabLst/>
              <a:defRPr>
                <a:solidFill>
                  <a:schemeClr val="bg1"/>
                </a:solidFill>
              </a:defRPr>
            </a:lvl4pPr>
            <a:lvl5pPr marL="971550" indent="-169863">
              <a:lnSpc>
                <a:spcPct val="100000"/>
              </a:lnSpc>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51915494"/>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der slate gray">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bg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
        <p:nvSpPr>
          <p:cNvPr id="4" name="Text Placeholder 5">
            <a:extLst>
              <a:ext uri="{FF2B5EF4-FFF2-40B4-BE49-F238E27FC236}">
                <a16:creationId xmlns:a16="http://schemas.microsoft.com/office/drawing/2014/main" id="{C8AEF62A-DB20-DFA5-60EF-17E3D0291795}"/>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bg1"/>
                </a:solidFill>
                <a:latin typeface="+mn-lt"/>
              </a:defRPr>
            </a:lvl1pPr>
            <a:lvl2pPr marL="227013" indent="-227013">
              <a:lnSpc>
                <a:spcPct val="100000"/>
              </a:lnSpc>
              <a:spcAft>
                <a:spcPts val="300"/>
              </a:spcAft>
              <a:buFont typeface="Arial" panose="020B0604020202020204" pitchFamily="34" charset="0"/>
              <a:buChar char="•"/>
              <a:defRPr sz="2000">
                <a:solidFill>
                  <a:schemeClr val="bg1"/>
                </a:solidFill>
              </a:defRPr>
            </a:lvl2pPr>
            <a:lvl3pPr marL="461963" indent="-225425">
              <a:lnSpc>
                <a:spcPct val="100000"/>
              </a:lnSpc>
              <a:spcAft>
                <a:spcPts val="300"/>
              </a:spcAft>
              <a:tabLst/>
              <a:defRPr>
                <a:solidFill>
                  <a:schemeClr val="bg1"/>
                </a:solidFill>
              </a:defRPr>
            </a:lvl3pPr>
            <a:lvl4pPr marL="744538" indent="-225425">
              <a:lnSpc>
                <a:spcPct val="100000"/>
              </a:lnSpc>
              <a:spcAft>
                <a:spcPts val="300"/>
              </a:spcAft>
              <a:tabLst/>
              <a:defRPr>
                <a:solidFill>
                  <a:schemeClr val="bg1"/>
                </a:solidFill>
              </a:defRPr>
            </a:lvl4pPr>
            <a:lvl5pPr marL="971550" indent="-169863">
              <a:lnSpc>
                <a:spcPct val="100000"/>
              </a:lnSpc>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56923571"/>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der midnight blu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bg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accent3"/>
                </a:solidFill>
                <a:latin typeface="+mn-lt"/>
              </a:defRPr>
            </a:lvl1pPr>
            <a:lvl2pPr marL="460375" indent="-223838">
              <a:lnSpc>
                <a:spcPct val="100000"/>
              </a:lnSpc>
              <a:spcBef>
                <a:spcPts val="0"/>
              </a:spcBef>
              <a:spcAft>
                <a:spcPts val="600"/>
              </a:spcAft>
              <a:buClr>
                <a:schemeClr val="accent3"/>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buClr>
                <a:schemeClr val="accent3"/>
              </a:buClr>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
        <p:nvSpPr>
          <p:cNvPr id="3" name="Text Placeholder 5">
            <a:extLst>
              <a:ext uri="{FF2B5EF4-FFF2-40B4-BE49-F238E27FC236}">
                <a16:creationId xmlns:a16="http://schemas.microsoft.com/office/drawing/2014/main" id="{150E4EC5-C9CD-0784-3B8B-14E383CDC869}"/>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bg1"/>
                </a:solidFill>
                <a:latin typeface="+mn-lt"/>
              </a:defRPr>
            </a:lvl1pPr>
            <a:lvl2pPr marL="227013" indent="-227013">
              <a:lnSpc>
                <a:spcPct val="100000"/>
              </a:lnSpc>
              <a:spcAft>
                <a:spcPts val="300"/>
              </a:spcAft>
              <a:buFont typeface="Arial" panose="020B0604020202020204" pitchFamily="34" charset="0"/>
              <a:buChar char="•"/>
              <a:defRPr sz="2000">
                <a:solidFill>
                  <a:schemeClr val="bg1"/>
                </a:solidFill>
              </a:defRPr>
            </a:lvl2pPr>
            <a:lvl3pPr marL="461963" indent="-225425">
              <a:lnSpc>
                <a:spcPct val="100000"/>
              </a:lnSpc>
              <a:spcAft>
                <a:spcPts val="300"/>
              </a:spcAft>
              <a:tabLst/>
              <a:defRPr>
                <a:solidFill>
                  <a:schemeClr val="bg1"/>
                </a:solidFill>
              </a:defRPr>
            </a:lvl3pPr>
            <a:lvl4pPr marL="744538" indent="-225425">
              <a:lnSpc>
                <a:spcPct val="100000"/>
              </a:lnSpc>
              <a:spcAft>
                <a:spcPts val="300"/>
              </a:spcAft>
              <a:tabLst/>
              <a:defRPr>
                <a:solidFill>
                  <a:schemeClr val="bg1"/>
                </a:solidFill>
              </a:defRPr>
            </a:lvl4pPr>
            <a:lvl5pPr marL="971550" indent="-169863">
              <a:lnSpc>
                <a:spcPct val="100000"/>
              </a:lnSpc>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26775995"/>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ider light blu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buClr>
                <a:schemeClr val="tx1"/>
              </a:buClr>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
        <p:nvSpPr>
          <p:cNvPr id="3" name="Text Placeholder 5">
            <a:extLst>
              <a:ext uri="{FF2B5EF4-FFF2-40B4-BE49-F238E27FC236}">
                <a16:creationId xmlns:a16="http://schemas.microsoft.com/office/drawing/2014/main" id="{87AF6875-806F-55D2-B677-EBF1DABD0717}"/>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tx2"/>
                </a:solidFill>
                <a:latin typeface="+mn-lt"/>
              </a:defRPr>
            </a:lvl1pPr>
            <a:lvl2pPr marL="227013" indent="-227013">
              <a:lnSpc>
                <a:spcPct val="100000"/>
              </a:lnSpc>
              <a:spcAft>
                <a:spcPts val="300"/>
              </a:spcAft>
              <a:buFont typeface="Arial" panose="020B0604020202020204" pitchFamily="34" charset="0"/>
              <a:buChar char="•"/>
              <a:defRPr sz="2000">
                <a:solidFill>
                  <a:schemeClr val="tx2"/>
                </a:solidFill>
              </a:defRPr>
            </a:lvl2pPr>
            <a:lvl3pPr marL="461963" indent="-225425">
              <a:lnSpc>
                <a:spcPct val="100000"/>
              </a:lnSpc>
              <a:spcAft>
                <a:spcPts val="300"/>
              </a:spcAft>
              <a:tabLst/>
              <a:defRPr>
                <a:solidFill>
                  <a:schemeClr val="tx2"/>
                </a:solidFill>
              </a:defRPr>
            </a:lvl3pPr>
            <a:lvl4pPr marL="744538" indent="-225425">
              <a:lnSpc>
                <a:spcPct val="100000"/>
              </a:lnSpc>
              <a:spcAft>
                <a:spcPts val="300"/>
              </a:spcAft>
              <a:tabLst/>
              <a:defRPr>
                <a:solidFill>
                  <a:schemeClr val="tx2"/>
                </a:solidFill>
              </a:defRPr>
            </a:lvl4pPr>
            <a:lvl5pPr marL="971550" indent="-169863">
              <a:lnSpc>
                <a:spcPct val="100000"/>
              </a:lnSpc>
              <a:spcAft>
                <a:spcPts val="300"/>
              </a:spcAft>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40712290"/>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ider photo">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977353" y="984831"/>
            <a:ext cx="6136849" cy="891103"/>
          </a:xfrm>
        </p:spPr>
        <p:txBody>
          <a:bodyPr anchor="t" anchorCtr="0">
            <a:normAutofit/>
          </a:bodyPr>
          <a:lstStyle>
            <a:lvl1pPr algn="l">
              <a:lnSpc>
                <a:spcPct val="80000"/>
              </a:lnSpc>
              <a:defRPr sz="36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1883303"/>
            <a:ext cx="6136849" cy="4130997"/>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
        <p:nvSpPr>
          <p:cNvPr id="4" name="Picture Placeholder 3">
            <a:extLst>
              <a:ext uri="{FF2B5EF4-FFF2-40B4-BE49-F238E27FC236}">
                <a16:creationId xmlns:a16="http://schemas.microsoft.com/office/drawing/2014/main" id="{4B95AAFB-5AB3-8043-3405-030A209051B7}"/>
              </a:ext>
            </a:extLst>
          </p:cNvPr>
          <p:cNvSpPr>
            <a:spLocks noGrp="1"/>
          </p:cNvSpPr>
          <p:nvPr>
            <p:ph type="pic" sz="quarter" idx="15" hasCustomPrompt="1"/>
          </p:nvPr>
        </p:nvSpPr>
        <p:spPr>
          <a:xfrm>
            <a:off x="0" y="0"/>
            <a:ext cx="4434840" cy="6858000"/>
          </a:xfrm>
          <a:solidFill>
            <a:schemeClr val="bg1">
              <a:lumMod val="95000"/>
            </a:schemeClr>
          </a:solidFill>
        </p:spPr>
        <p:txBody>
          <a:bodyPr tIns="1828800"/>
          <a:lstStyle>
            <a:lvl1pPr marL="0" indent="0" algn="ctr">
              <a:buFontTx/>
              <a:buNone/>
              <a:defRPr>
                <a:solidFill>
                  <a:schemeClr val="tx1"/>
                </a:solidFill>
              </a:defRPr>
            </a:lvl1pPr>
          </a:lstStyle>
          <a:p>
            <a:r>
              <a:rPr lang="en-US" dirty="0"/>
              <a:t>Insert photo here</a:t>
            </a:r>
            <a:br>
              <a:rPr lang="en-US" dirty="0"/>
            </a:br>
            <a:r>
              <a:rPr lang="en-US" dirty="0"/>
              <a:t>4.85”w x 7.5” h </a:t>
            </a:r>
          </a:p>
        </p:txBody>
      </p:sp>
    </p:spTree>
    <p:extLst>
      <p:ext uri="{BB962C8B-B14F-4D97-AF65-F5344CB8AC3E}">
        <p14:creationId xmlns:p14="http://schemas.microsoft.com/office/powerpoint/2010/main" val="2884971735"/>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arge photo graphic">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3B1206E-A64A-F045-95E1-24068C9F08E7}"/>
              </a:ext>
            </a:extLst>
          </p:cNvPr>
          <p:cNvSpPr>
            <a:spLocks noGrp="1"/>
          </p:cNvSpPr>
          <p:nvPr>
            <p:ph type="pic" sz="quarter" idx="15" hasCustomPrompt="1"/>
          </p:nvPr>
        </p:nvSpPr>
        <p:spPr>
          <a:xfrm>
            <a:off x="4433888" y="0"/>
            <a:ext cx="7758112" cy="6858000"/>
          </a:xfrm>
          <a:solidFill>
            <a:schemeClr val="accent6"/>
          </a:solidFill>
        </p:spPr>
        <p:txBody>
          <a:bodyPr anchor="ctr" anchorCtr="0"/>
          <a:lstStyle>
            <a:lvl1pPr marL="0" indent="0" algn="ctr">
              <a:buNone/>
              <a:defRPr>
                <a:solidFill>
                  <a:schemeClr val="accent1"/>
                </a:solidFill>
              </a:defRPr>
            </a:lvl1pPr>
          </a:lstStyle>
          <a:p>
            <a:r>
              <a:rPr lang="en-US" dirty="0"/>
              <a:t>Insert  photo</a:t>
            </a:r>
            <a:br>
              <a:rPr lang="en-US" dirty="0"/>
            </a:br>
            <a:r>
              <a:rPr lang="en-US" dirty="0"/>
              <a:t>8.48”w x 7.5”h</a:t>
            </a:r>
          </a:p>
        </p:txBody>
      </p:sp>
      <p:sp>
        <p:nvSpPr>
          <p:cNvPr id="10" name="Rectangle 9">
            <a:extLst>
              <a:ext uri="{FF2B5EF4-FFF2-40B4-BE49-F238E27FC236}">
                <a16:creationId xmlns:a16="http://schemas.microsoft.com/office/drawing/2014/main" id="{F3400FEE-AF2A-4A4C-A689-68AC86084282}"/>
              </a:ext>
            </a:extLst>
          </p:cNvPr>
          <p:cNvSpPr/>
          <p:nvPr userDrawn="1"/>
        </p:nvSpPr>
        <p:spPr>
          <a:xfrm>
            <a:off x="-1" y="0"/>
            <a:ext cx="443310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984831"/>
            <a:ext cx="3679371" cy="1649186"/>
          </a:xfrm>
        </p:spPr>
        <p:txBody>
          <a:bodyPr anchor="t" anchorCtr="0">
            <a:noAutofit/>
          </a:bodyPr>
          <a:lstStyle>
            <a:lvl1pPr algn="l">
              <a:lnSpc>
                <a:spcPct val="80000"/>
              </a:lnSpc>
              <a:defRPr sz="4400">
                <a:solidFill>
                  <a:schemeClr val="bg1"/>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06621137-81BE-E247-928E-32116562395A}"/>
              </a:ext>
            </a:extLst>
          </p:cNvPr>
          <p:cNvSpPr>
            <a:spLocks noGrp="1"/>
          </p:cNvSpPr>
          <p:nvPr>
            <p:ph type="body" sz="quarter" idx="14"/>
          </p:nvPr>
        </p:nvSpPr>
        <p:spPr>
          <a:xfrm>
            <a:off x="457200" y="3234979"/>
            <a:ext cx="3679825" cy="3159220"/>
          </a:xfrm>
        </p:spPr>
        <p:txBody>
          <a:bodyPr/>
          <a:lstStyle>
            <a:lvl1pPr marL="0" indent="0">
              <a:lnSpc>
                <a:spcPct val="100000"/>
              </a:lnSpc>
              <a:spcBef>
                <a:spcPts val="0"/>
              </a:spcBef>
              <a:spcAft>
                <a:spcPts val="1200"/>
              </a:spcAft>
              <a:buFontTx/>
              <a:buNone/>
              <a:defRPr sz="1800">
                <a:solidFill>
                  <a:schemeClr val="bg1"/>
                </a:solidFill>
                <a:latin typeface="+mn-lt"/>
              </a:defRPr>
            </a:lvl1pPr>
            <a:lvl2pPr marL="228600" indent="-222250">
              <a:lnSpc>
                <a:spcPct val="100000"/>
              </a:lnSpc>
              <a:spcBef>
                <a:spcPts val="0"/>
              </a:spcBef>
              <a:spcAft>
                <a:spcPts val="600"/>
              </a:spcAft>
              <a:buFont typeface="Arial" panose="020B0604020202020204" pitchFamily="34" charset="0"/>
              <a:buChar char="•"/>
              <a:tabLst/>
              <a:defRPr sz="1800">
                <a:solidFill>
                  <a:schemeClr val="bg1"/>
                </a:solidFill>
                <a:latin typeface="+mj-lt"/>
              </a:defRPr>
            </a:lvl2pPr>
            <a:lvl3pPr marL="519113" indent="-274638">
              <a:lnSpc>
                <a:spcPct val="100000"/>
              </a:lnSpc>
              <a:spcBef>
                <a:spcPts val="0"/>
              </a:spcBef>
              <a:spcAft>
                <a:spcPts val="600"/>
              </a:spcAft>
              <a:tabLst/>
              <a:defRPr sz="1800">
                <a:solidFill>
                  <a:schemeClr val="bg1"/>
                </a:solidFill>
                <a:latin typeface="+mj-lt"/>
              </a:defRPr>
            </a:lvl3pPr>
            <a:lvl4pPr marL="803275" indent="-238125">
              <a:lnSpc>
                <a:spcPct val="100000"/>
              </a:lnSpc>
              <a:spcBef>
                <a:spcPts val="0"/>
              </a:spcBef>
              <a:spcAft>
                <a:spcPts val="600"/>
              </a:spcAft>
              <a:tabLst/>
              <a:defRPr sz="1800">
                <a:solidFill>
                  <a:schemeClr val="bg1"/>
                </a:solidFill>
                <a:latin typeface="+mj-lt"/>
              </a:defRPr>
            </a:lvl4pPr>
            <a:lvl5pPr marL="1085850" indent="-276225">
              <a:lnSpc>
                <a:spcPct val="100000"/>
              </a:lnSpc>
              <a:spcBef>
                <a:spcPts val="0"/>
              </a:spcBef>
              <a:spcAft>
                <a:spcPts val="600"/>
              </a:spcAft>
              <a:tabLst/>
              <a:defRPr sz="18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7">
            <a:extLst>
              <a:ext uri="{FF2B5EF4-FFF2-40B4-BE49-F238E27FC236}">
                <a16:creationId xmlns:a16="http://schemas.microsoft.com/office/drawing/2014/main" id="{58AB0188-0104-FB47-ADB6-72A9A5869AD9}"/>
              </a:ext>
            </a:extLst>
          </p:cNvPr>
          <p:cNvSpPr>
            <a:spLocks noGrp="1"/>
          </p:cNvSpPr>
          <p:nvPr>
            <p:ph type="body" sz="quarter" idx="16"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
        <p:nvSpPr>
          <p:cNvPr id="12" name="TextBox 11">
            <a:extLst>
              <a:ext uri="{FF2B5EF4-FFF2-40B4-BE49-F238E27FC236}">
                <a16:creationId xmlns:a16="http://schemas.microsoft.com/office/drawing/2014/main" id="{02021025-6C5D-4AD1-B98F-3B9F05B818B5}"/>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bg1"/>
                </a:solidFill>
                <a:effectLst/>
                <a:uLnTx/>
                <a:uFillTx/>
                <a:latin typeface="Calibri" panose="020F0502020204030204"/>
                <a:ea typeface="+mn-ea"/>
                <a:cs typeface="+mn-cs"/>
              </a:rPr>
              <a:t>©2024 ExlService Holdings, Inc. All rights reserved.</a:t>
            </a:r>
          </a:p>
        </p:txBody>
      </p:sp>
      <p:sp>
        <p:nvSpPr>
          <p:cNvPr id="13" name="TextBox 12">
            <a:extLst>
              <a:ext uri="{FF2B5EF4-FFF2-40B4-BE49-F238E27FC236}">
                <a16:creationId xmlns:a16="http://schemas.microsoft.com/office/drawing/2014/main" id="{0927DF11-5732-451F-BDC5-76D509152895}"/>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bg1"/>
                </a:solidFill>
              </a:rPr>
              <a:t>‹#›</a:t>
            </a:fld>
            <a:endParaRPr lang="en-US" sz="800" dirty="0">
              <a:solidFill>
                <a:schemeClr val="bg1"/>
              </a:solidFill>
            </a:endParaRPr>
          </a:p>
        </p:txBody>
      </p:sp>
    </p:spTree>
    <p:extLst>
      <p:ext uri="{BB962C8B-B14F-4D97-AF65-F5344CB8AC3E}">
        <p14:creationId xmlns:p14="http://schemas.microsoft.com/office/powerpoint/2010/main" val="3211801618"/>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ase study stats">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022A485-3031-104C-93B7-435966E4994D}"/>
              </a:ext>
            </a:extLst>
          </p:cNvPr>
          <p:cNvSpPr/>
          <p:nvPr userDrawn="1"/>
        </p:nvSpPr>
        <p:spPr>
          <a:xfrm>
            <a:off x="0" y="0"/>
            <a:ext cx="12192000" cy="2844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457200" y="3302000"/>
            <a:ext cx="5638800" cy="1598774"/>
          </a:xfrm>
        </p:spPr>
        <p:txBody>
          <a:bodyPr anchor="t" anchorCtr="0">
            <a:noAutofit/>
          </a:bodyPr>
          <a:lstStyle>
            <a:lvl1pPr algn="l">
              <a:lnSpc>
                <a:spcPct val="80000"/>
              </a:lnSpc>
              <a:defRPr sz="4400">
                <a:solidFill>
                  <a:schemeClr val="tx2"/>
                </a:solidFill>
              </a:defRPr>
            </a:lvl1pPr>
          </a:lstStyle>
          <a:p>
            <a:r>
              <a:rPr lang="en-US" dirty="0"/>
              <a:t>Click to edit </a:t>
            </a:r>
            <a:br>
              <a:rPr lang="en-US" dirty="0"/>
            </a:br>
            <a:r>
              <a:rPr lang="en-US" dirty="0"/>
              <a:t>Master </a:t>
            </a:r>
            <a:br>
              <a:rPr lang="en-US" dirty="0"/>
            </a:br>
            <a:r>
              <a:rPr lang="en-US" dirty="0"/>
              <a:t>title style</a:t>
            </a: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lnSpc>
                <a:spcPct val="100000"/>
              </a:lnSpc>
              <a:spcBef>
                <a:spcPts val="0"/>
              </a:spcBef>
              <a:spcAft>
                <a:spcPts val="300"/>
              </a:spcAft>
              <a:buNone/>
              <a:defRPr sz="1400" b="1" i="0">
                <a:solidFill>
                  <a:schemeClr val="accent3"/>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4" name="Text Placeholder 13">
            <a:extLst>
              <a:ext uri="{FF2B5EF4-FFF2-40B4-BE49-F238E27FC236}">
                <a16:creationId xmlns:a16="http://schemas.microsoft.com/office/drawing/2014/main" id="{B3583DCB-C2A9-8D44-82F4-C2F87B09BE52}"/>
              </a:ext>
            </a:extLst>
          </p:cNvPr>
          <p:cNvSpPr>
            <a:spLocks noGrp="1"/>
          </p:cNvSpPr>
          <p:nvPr>
            <p:ph type="body" sz="quarter" idx="15"/>
          </p:nvPr>
        </p:nvSpPr>
        <p:spPr>
          <a:xfrm>
            <a:off x="457200" y="1613721"/>
            <a:ext cx="3549650" cy="636534"/>
          </a:xfrm>
        </p:spPr>
        <p:txBody>
          <a:bodyPr/>
          <a:lstStyle>
            <a:lvl1pPr marL="0" indent="0">
              <a:buNone/>
              <a:defRPr sz="4400">
                <a:solidFill>
                  <a:schemeClr val="accent3"/>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17" name="Text Placeholder 13">
            <a:extLst>
              <a:ext uri="{FF2B5EF4-FFF2-40B4-BE49-F238E27FC236}">
                <a16:creationId xmlns:a16="http://schemas.microsoft.com/office/drawing/2014/main" id="{CD5564F4-F564-D243-90A4-29A81E8B1643}"/>
              </a:ext>
            </a:extLst>
          </p:cNvPr>
          <p:cNvSpPr>
            <a:spLocks noGrp="1"/>
          </p:cNvSpPr>
          <p:nvPr>
            <p:ph type="body" sz="quarter" idx="16"/>
          </p:nvPr>
        </p:nvSpPr>
        <p:spPr>
          <a:xfrm>
            <a:off x="4320283" y="1613721"/>
            <a:ext cx="3549650" cy="636534"/>
          </a:xfrm>
        </p:spPr>
        <p:txBody>
          <a:bodyPr/>
          <a:lstStyle>
            <a:lvl1pPr marL="0" indent="0">
              <a:buNone/>
              <a:defRPr sz="4400">
                <a:solidFill>
                  <a:schemeClr val="accent3"/>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18" name="Text Placeholder 13">
            <a:extLst>
              <a:ext uri="{FF2B5EF4-FFF2-40B4-BE49-F238E27FC236}">
                <a16:creationId xmlns:a16="http://schemas.microsoft.com/office/drawing/2014/main" id="{029C3C3B-98EF-4B44-BB0A-8940FAB64FCD}"/>
              </a:ext>
            </a:extLst>
          </p:cNvPr>
          <p:cNvSpPr>
            <a:spLocks noGrp="1"/>
          </p:cNvSpPr>
          <p:nvPr>
            <p:ph type="body" sz="quarter" idx="17"/>
          </p:nvPr>
        </p:nvSpPr>
        <p:spPr>
          <a:xfrm>
            <a:off x="8183365" y="1613721"/>
            <a:ext cx="3549650" cy="636534"/>
          </a:xfrm>
        </p:spPr>
        <p:txBody>
          <a:bodyPr/>
          <a:lstStyle>
            <a:lvl1pPr marL="0" indent="0">
              <a:buNone/>
              <a:defRPr sz="4400">
                <a:solidFill>
                  <a:schemeClr val="accent3"/>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19" name="Text Placeholder 5">
            <a:extLst>
              <a:ext uri="{FF2B5EF4-FFF2-40B4-BE49-F238E27FC236}">
                <a16:creationId xmlns:a16="http://schemas.microsoft.com/office/drawing/2014/main" id="{73B81C94-B4A5-5B45-9AF6-02EAAAE1B2ED}"/>
              </a:ext>
            </a:extLst>
          </p:cNvPr>
          <p:cNvSpPr>
            <a:spLocks noGrp="1"/>
          </p:cNvSpPr>
          <p:nvPr>
            <p:ph type="body" sz="quarter" idx="18"/>
          </p:nvPr>
        </p:nvSpPr>
        <p:spPr>
          <a:xfrm>
            <a:off x="457200" y="2311900"/>
            <a:ext cx="3549650" cy="447525"/>
          </a:xfrm>
        </p:spPr>
        <p:txBody>
          <a:bodyPr/>
          <a:lstStyle>
            <a:lvl1pPr marL="0" indent="0">
              <a:spcBef>
                <a:spcPts val="0"/>
              </a:spcBef>
              <a:spcAft>
                <a:spcPts val="0"/>
              </a:spcAft>
              <a:buNone/>
              <a:defRPr sz="1500" b="0" i="0">
                <a:solidFill>
                  <a:schemeClr val="tx1"/>
                </a:solidFill>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Click to edit Master text styles</a:t>
            </a:r>
          </a:p>
        </p:txBody>
      </p:sp>
      <p:sp>
        <p:nvSpPr>
          <p:cNvPr id="20" name="Text Placeholder 5">
            <a:extLst>
              <a:ext uri="{FF2B5EF4-FFF2-40B4-BE49-F238E27FC236}">
                <a16:creationId xmlns:a16="http://schemas.microsoft.com/office/drawing/2014/main" id="{C134E51F-B9D7-714C-A962-DAC3EA7E9B3B}"/>
              </a:ext>
            </a:extLst>
          </p:cNvPr>
          <p:cNvSpPr>
            <a:spLocks noGrp="1"/>
          </p:cNvSpPr>
          <p:nvPr>
            <p:ph type="body" sz="quarter" idx="19"/>
          </p:nvPr>
        </p:nvSpPr>
        <p:spPr>
          <a:xfrm>
            <a:off x="4310008" y="2311900"/>
            <a:ext cx="3549650" cy="447525"/>
          </a:xfrm>
        </p:spPr>
        <p:txBody>
          <a:bodyPr/>
          <a:lstStyle>
            <a:lvl1pPr marL="0" indent="0">
              <a:spcBef>
                <a:spcPts val="0"/>
              </a:spcBef>
              <a:spcAft>
                <a:spcPts val="0"/>
              </a:spcAft>
              <a:buNone/>
              <a:defRPr sz="1500" b="0" i="0">
                <a:solidFill>
                  <a:schemeClr val="tx1"/>
                </a:solidFill>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Click to edit Master text styles</a:t>
            </a:r>
          </a:p>
        </p:txBody>
      </p:sp>
      <p:sp>
        <p:nvSpPr>
          <p:cNvPr id="21" name="Text Placeholder 5">
            <a:extLst>
              <a:ext uri="{FF2B5EF4-FFF2-40B4-BE49-F238E27FC236}">
                <a16:creationId xmlns:a16="http://schemas.microsoft.com/office/drawing/2014/main" id="{B8FBFB3F-D200-8E45-A44B-EBD239092EB0}"/>
              </a:ext>
            </a:extLst>
          </p:cNvPr>
          <p:cNvSpPr>
            <a:spLocks noGrp="1"/>
          </p:cNvSpPr>
          <p:nvPr>
            <p:ph type="body" sz="quarter" idx="20"/>
          </p:nvPr>
        </p:nvSpPr>
        <p:spPr>
          <a:xfrm>
            <a:off x="8173092" y="2311900"/>
            <a:ext cx="3549650" cy="447525"/>
          </a:xfrm>
        </p:spPr>
        <p:txBody>
          <a:bodyPr/>
          <a:lstStyle>
            <a:lvl1pPr marL="0" indent="0">
              <a:spcBef>
                <a:spcPts val="0"/>
              </a:spcBef>
              <a:spcAft>
                <a:spcPts val="0"/>
              </a:spcAft>
              <a:buNone/>
              <a:defRPr sz="1500" b="0" i="0">
                <a:solidFill>
                  <a:schemeClr val="tx1"/>
                </a:solidFill>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Click to edit Master text styles</a:t>
            </a:r>
          </a:p>
        </p:txBody>
      </p:sp>
      <p:sp>
        <p:nvSpPr>
          <p:cNvPr id="15" name="Text Placeholder 10">
            <a:extLst>
              <a:ext uri="{FF2B5EF4-FFF2-40B4-BE49-F238E27FC236}">
                <a16:creationId xmlns:a16="http://schemas.microsoft.com/office/drawing/2014/main" id="{DB9533FB-101C-564C-A9B2-8BBC8342D8CB}"/>
              </a:ext>
            </a:extLst>
          </p:cNvPr>
          <p:cNvSpPr>
            <a:spLocks noGrp="1"/>
          </p:cNvSpPr>
          <p:nvPr>
            <p:ph type="body" sz="quarter" idx="21"/>
          </p:nvPr>
        </p:nvSpPr>
        <p:spPr>
          <a:xfrm>
            <a:off x="457200" y="5001689"/>
            <a:ext cx="5638800" cy="1240085"/>
          </a:xfrm>
        </p:spPr>
        <p:txBody>
          <a:bodyPr>
            <a:noAutofit/>
          </a:bodyPr>
          <a:lstStyle>
            <a:lvl1pPr marL="0" indent="0">
              <a:spcBef>
                <a:spcPts val="0"/>
              </a:spcBef>
              <a:spcAft>
                <a:spcPts val="400"/>
              </a:spcAft>
              <a:buFontTx/>
              <a:buNone/>
              <a:tabLst/>
              <a:defRPr sz="1500" b="1">
                <a:solidFill>
                  <a:schemeClr val="tx1"/>
                </a:solidFill>
                <a:latin typeface="+mj-lt"/>
              </a:defRPr>
            </a:lvl1pPr>
            <a:lvl2pPr marL="230188" indent="-230188">
              <a:spcBef>
                <a:spcPts val="0"/>
              </a:spcBef>
              <a:spcAft>
                <a:spcPts val="400"/>
              </a:spcAft>
              <a:buFont typeface="Arial" panose="020B0604020202020204" pitchFamily="34" charset="0"/>
              <a:buChar char="•"/>
              <a:tabLst/>
              <a:defRPr sz="1500">
                <a:solidFill>
                  <a:schemeClr val="tx1"/>
                </a:solidFill>
                <a:latin typeface="+mj-lt"/>
              </a:defRPr>
            </a:lvl2pPr>
            <a:lvl3pPr marL="460375" indent="-223838">
              <a:spcBef>
                <a:spcPts val="0"/>
              </a:spcBef>
              <a:spcAft>
                <a:spcPts val="400"/>
              </a:spcAft>
              <a:tabLst/>
              <a:defRPr sz="1500">
                <a:solidFill>
                  <a:schemeClr val="tx1"/>
                </a:solidFill>
                <a:latin typeface="+mj-lt"/>
              </a:defRPr>
            </a:lvl3pPr>
            <a:lvl4pPr marL="690563" indent="-230188">
              <a:spcBef>
                <a:spcPts val="0"/>
              </a:spcBef>
              <a:spcAft>
                <a:spcPts val="400"/>
              </a:spcAft>
              <a:tabLst/>
              <a:defRPr sz="1500">
                <a:solidFill>
                  <a:schemeClr val="tx1"/>
                </a:solidFill>
                <a:latin typeface="+mj-lt"/>
              </a:defRPr>
            </a:lvl4pPr>
            <a:lvl5pPr marL="914400" indent="-211138">
              <a:spcBef>
                <a:spcPts val="0"/>
              </a:spcBef>
              <a:spcAft>
                <a:spcPts val="400"/>
              </a:spcAft>
              <a:tabLst/>
              <a:defRPr sz="15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Box 15">
            <a:extLst>
              <a:ext uri="{FF2B5EF4-FFF2-40B4-BE49-F238E27FC236}">
                <a16:creationId xmlns:a16="http://schemas.microsoft.com/office/drawing/2014/main" id="{57023BF8-94F9-4D4F-AE8F-3AB0B07713D0}"/>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22" name="TextBox 21">
            <a:extLst>
              <a:ext uri="{FF2B5EF4-FFF2-40B4-BE49-F238E27FC236}">
                <a16:creationId xmlns:a16="http://schemas.microsoft.com/office/drawing/2014/main" id="{554628D0-DB29-484F-AE87-9BA55BF787A1}"/>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654665069"/>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Case study detaile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D0396F7-F256-7EC8-5CFA-5E28D456D666}"/>
              </a:ext>
            </a:extLst>
          </p:cNvPr>
          <p:cNvSpPr/>
          <p:nvPr userDrawn="1"/>
        </p:nvSpPr>
        <p:spPr>
          <a:xfrm>
            <a:off x="0" y="0"/>
            <a:ext cx="12192000" cy="120411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511BE63-AB7C-B671-C72A-EFE88271CA5D}"/>
              </a:ext>
            </a:extLst>
          </p:cNvPr>
          <p:cNvSpPr txBox="1"/>
          <p:nvPr userDrawn="1"/>
        </p:nvSpPr>
        <p:spPr>
          <a:xfrm>
            <a:off x="8955344" y="645799"/>
            <a:ext cx="2945230" cy="769441"/>
          </a:xfrm>
          <a:prstGeom prst="rect">
            <a:avLst/>
          </a:prstGeom>
          <a:noFill/>
        </p:spPr>
        <p:txBody>
          <a:bodyPr wrap="none" rtlCol="0">
            <a:spAutoFit/>
          </a:bodyPr>
          <a:lstStyle/>
          <a:p>
            <a:r>
              <a:rPr lang="en-US" sz="4400" dirty="0">
                <a:solidFill>
                  <a:schemeClr val="bg1"/>
                </a:solidFill>
                <a:latin typeface="+mj-lt"/>
              </a:rPr>
              <a:t>CASE STUDY</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6" name="TextBox 15">
            <a:extLst>
              <a:ext uri="{FF2B5EF4-FFF2-40B4-BE49-F238E27FC236}">
                <a16:creationId xmlns:a16="http://schemas.microsoft.com/office/drawing/2014/main" id="{57023BF8-94F9-4D4F-AE8F-3AB0B07713D0}"/>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22" name="TextBox 21">
            <a:extLst>
              <a:ext uri="{FF2B5EF4-FFF2-40B4-BE49-F238E27FC236}">
                <a16:creationId xmlns:a16="http://schemas.microsoft.com/office/drawing/2014/main" id="{554628D0-DB29-484F-AE87-9BA55BF787A1}"/>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
        <p:nvSpPr>
          <p:cNvPr id="6" name="TextBox 5">
            <a:extLst>
              <a:ext uri="{FF2B5EF4-FFF2-40B4-BE49-F238E27FC236}">
                <a16:creationId xmlns:a16="http://schemas.microsoft.com/office/drawing/2014/main" id="{1C0C95D7-21A9-CC2A-7CC1-81A26F21BCF3}"/>
              </a:ext>
            </a:extLst>
          </p:cNvPr>
          <p:cNvSpPr txBox="1"/>
          <p:nvPr userDrawn="1"/>
        </p:nvSpPr>
        <p:spPr>
          <a:xfrm>
            <a:off x="8766928" y="976213"/>
            <a:ext cx="3322063" cy="861774"/>
          </a:xfrm>
          <a:prstGeom prst="rect">
            <a:avLst/>
          </a:prstGeom>
          <a:noFill/>
        </p:spPr>
        <p:txBody>
          <a:bodyPr wrap="none" rtlCol="0">
            <a:spAutoFit/>
          </a:bodyPr>
          <a:lstStyle/>
          <a:p>
            <a:r>
              <a:rPr lang="en-US" sz="5000" dirty="0">
                <a:solidFill>
                  <a:schemeClr val="bg1"/>
                </a:solidFill>
                <a:latin typeface="+mj-lt"/>
              </a:rPr>
              <a:t>CASE STUDY</a:t>
            </a:r>
          </a:p>
        </p:txBody>
      </p:sp>
      <p:sp>
        <p:nvSpPr>
          <p:cNvPr id="10" name="Text Placeholder 9">
            <a:extLst>
              <a:ext uri="{FF2B5EF4-FFF2-40B4-BE49-F238E27FC236}">
                <a16:creationId xmlns:a16="http://schemas.microsoft.com/office/drawing/2014/main" id="{09F8A7F0-36A8-F7F8-93EA-B7D45AAAE0F1}"/>
              </a:ext>
            </a:extLst>
          </p:cNvPr>
          <p:cNvSpPr>
            <a:spLocks noGrp="1"/>
          </p:cNvSpPr>
          <p:nvPr>
            <p:ph type="body" sz="quarter" idx="10"/>
          </p:nvPr>
        </p:nvSpPr>
        <p:spPr>
          <a:xfrm>
            <a:off x="457200" y="315990"/>
            <a:ext cx="11524268" cy="558199"/>
          </a:xfrm>
        </p:spPr>
        <p:txBody>
          <a:bodyPr/>
          <a:lstStyle>
            <a:lvl1pPr marL="0" indent="0">
              <a:buNone/>
              <a:defRPr sz="3600"/>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27" name="Text Placeholder 26">
            <a:extLst>
              <a:ext uri="{FF2B5EF4-FFF2-40B4-BE49-F238E27FC236}">
                <a16:creationId xmlns:a16="http://schemas.microsoft.com/office/drawing/2014/main" id="{0341B144-3A4C-B95E-E40F-3D52D3981375}"/>
              </a:ext>
            </a:extLst>
          </p:cNvPr>
          <p:cNvSpPr>
            <a:spLocks noGrp="1"/>
          </p:cNvSpPr>
          <p:nvPr>
            <p:ph type="body" sz="quarter" idx="12"/>
          </p:nvPr>
        </p:nvSpPr>
        <p:spPr>
          <a:xfrm>
            <a:off x="457200" y="855549"/>
            <a:ext cx="8308975" cy="227798"/>
          </a:xfrm>
        </p:spPr>
        <p:txBody>
          <a:bodyPr/>
          <a:lstStyle>
            <a:lvl1pPr marL="0" indent="0">
              <a:buFontTx/>
              <a:buNone/>
              <a:defRPr sz="1600" b="1">
                <a:solidFill>
                  <a:schemeClr val="accent3"/>
                </a:solidFill>
                <a:latin typeface="+mn-lt"/>
              </a:defRPr>
            </a:lvl1pPr>
          </a:lstStyle>
          <a:p>
            <a:pPr lvl="0"/>
            <a:r>
              <a:rPr lang="en-US"/>
              <a:t>Click to edit Master text styles</a:t>
            </a:r>
          </a:p>
        </p:txBody>
      </p:sp>
      <p:sp>
        <p:nvSpPr>
          <p:cNvPr id="29" name="Text Placeholder 26">
            <a:extLst>
              <a:ext uri="{FF2B5EF4-FFF2-40B4-BE49-F238E27FC236}">
                <a16:creationId xmlns:a16="http://schemas.microsoft.com/office/drawing/2014/main" id="{85C16B2F-0E6E-4C9F-FDC9-5049DDE918B7}"/>
              </a:ext>
            </a:extLst>
          </p:cNvPr>
          <p:cNvSpPr>
            <a:spLocks noGrp="1"/>
          </p:cNvSpPr>
          <p:nvPr>
            <p:ph type="body" sz="quarter" idx="13" hasCustomPrompt="1"/>
          </p:nvPr>
        </p:nvSpPr>
        <p:spPr>
          <a:xfrm>
            <a:off x="457201" y="1570034"/>
            <a:ext cx="2201157" cy="282410"/>
          </a:xfrm>
        </p:spPr>
        <p:txBody>
          <a:bodyPr/>
          <a:lstStyle>
            <a:lvl1pPr marL="0" indent="0">
              <a:buFontTx/>
              <a:buNone/>
              <a:defRPr sz="1600" b="1">
                <a:solidFill>
                  <a:schemeClr val="accent3"/>
                </a:solidFill>
                <a:latin typeface="+mn-lt"/>
              </a:defRPr>
            </a:lvl1pPr>
          </a:lstStyle>
          <a:p>
            <a:pPr lvl="0"/>
            <a:r>
              <a:rPr lang="en-US" dirty="0"/>
              <a:t>Client</a:t>
            </a:r>
          </a:p>
        </p:txBody>
      </p:sp>
      <p:sp>
        <p:nvSpPr>
          <p:cNvPr id="32" name="Text Placeholder 31">
            <a:extLst>
              <a:ext uri="{FF2B5EF4-FFF2-40B4-BE49-F238E27FC236}">
                <a16:creationId xmlns:a16="http://schemas.microsoft.com/office/drawing/2014/main" id="{FD25BC01-6A2C-BC8A-CE0F-9CCBDA97A1D6}"/>
              </a:ext>
            </a:extLst>
          </p:cNvPr>
          <p:cNvSpPr>
            <a:spLocks noGrp="1"/>
          </p:cNvSpPr>
          <p:nvPr>
            <p:ph type="body" sz="quarter" idx="14" hasCustomPrompt="1"/>
          </p:nvPr>
        </p:nvSpPr>
        <p:spPr>
          <a:xfrm>
            <a:off x="461388" y="1924655"/>
            <a:ext cx="2196206" cy="1055065"/>
          </a:xfrm>
        </p:spPr>
        <p:txBody>
          <a:bodyPr/>
          <a:lstStyle>
            <a:lvl1pPr marL="0" indent="0">
              <a:buFontTx/>
              <a:buNone/>
              <a:defRPr lang="en-US" sz="1800" kern="1200" dirty="0" smtClean="0">
                <a:solidFill>
                  <a:srgbClr val="000000"/>
                </a:solidFill>
                <a:latin typeface="+mj-lt"/>
                <a:ea typeface="+mn-ea"/>
                <a:cs typeface="+mn-cs"/>
              </a:defRPr>
            </a:lvl1pPr>
            <a:lvl2pPr marL="290513" indent="0">
              <a:buFontTx/>
              <a:buNone/>
              <a:defRPr lang="en-US" sz="1800" kern="1200" dirty="0" smtClean="0">
                <a:solidFill>
                  <a:srgbClr val="000000"/>
                </a:solidFill>
                <a:latin typeface="+mj-lt"/>
                <a:ea typeface="+mn-ea"/>
                <a:cs typeface="+mn-cs"/>
              </a:defRPr>
            </a:lvl2pPr>
            <a:lvl3pPr marL="582613" indent="0">
              <a:buFontTx/>
              <a:buNone/>
              <a:defRPr lang="en-US" sz="1800" kern="1200" dirty="0" smtClean="0">
                <a:solidFill>
                  <a:srgbClr val="000000"/>
                </a:solidFill>
                <a:latin typeface="+mj-lt"/>
                <a:ea typeface="+mn-ea"/>
                <a:cs typeface="+mn-cs"/>
              </a:defRPr>
            </a:lvl3pPr>
            <a:lvl4pPr marL="855663" indent="0">
              <a:buFontTx/>
              <a:buNone/>
              <a:defRPr lang="en-US" sz="1800" kern="1200" dirty="0" smtClean="0">
                <a:solidFill>
                  <a:srgbClr val="000000"/>
                </a:solidFill>
                <a:latin typeface="+mj-lt"/>
                <a:ea typeface="+mn-ea"/>
                <a:cs typeface="+mn-cs"/>
              </a:defRPr>
            </a:lvl4pPr>
            <a:lvl5pPr marL="1100138" indent="0">
              <a:buFontTx/>
              <a:buNone/>
              <a:defRPr lang="en-US" sz="1800" kern="1200" dirty="0">
                <a:solidFill>
                  <a:srgbClr val="000000"/>
                </a:solidFill>
                <a:latin typeface="+mj-lt"/>
                <a:ea typeface="+mn-ea"/>
                <a:cs typeface="+mn-cs"/>
              </a:defRPr>
            </a:lvl5pPr>
          </a:lstStyle>
          <a:p>
            <a:pPr lvl="0"/>
            <a:r>
              <a:rPr lang="en-US" dirty="0"/>
              <a:t>Client industry intro description goes here on up to four lines of text content</a:t>
            </a:r>
          </a:p>
        </p:txBody>
      </p:sp>
      <p:sp>
        <p:nvSpPr>
          <p:cNvPr id="33" name="Text Placeholder 26">
            <a:extLst>
              <a:ext uri="{FF2B5EF4-FFF2-40B4-BE49-F238E27FC236}">
                <a16:creationId xmlns:a16="http://schemas.microsoft.com/office/drawing/2014/main" id="{702C7A7B-5BE8-27C7-C967-54B2501D1DD1}"/>
              </a:ext>
            </a:extLst>
          </p:cNvPr>
          <p:cNvSpPr>
            <a:spLocks noGrp="1"/>
          </p:cNvSpPr>
          <p:nvPr>
            <p:ph type="body" sz="quarter" idx="15" hasCustomPrompt="1"/>
          </p:nvPr>
        </p:nvSpPr>
        <p:spPr>
          <a:xfrm>
            <a:off x="457201" y="3151528"/>
            <a:ext cx="2201157" cy="282410"/>
          </a:xfrm>
        </p:spPr>
        <p:txBody>
          <a:bodyPr/>
          <a:lstStyle>
            <a:lvl1pPr marL="0" indent="0">
              <a:buFontTx/>
              <a:buNone/>
              <a:defRPr sz="1600" b="1">
                <a:solidFill>
                  <a:schemeClr val="accent3"/>
                </a:solidFill>
                <a:latin typeface="+mn-lt"/>
              </a:defRPr>
            </a:lvl1pPr>
          </a:lstStyle>
          <a:p>
            <a:pPr lvl="0"/>
            <a:r>
              <a:rPr lang="en-US" dirty="0"/>
              <a:t>Client challenges</a:t>
            </a:r>
          </a:p>
        </p:txBody>
      </p:sp>
      <p:sp>
        <p:nvSpPr>
          <p:cNvPr id="37" name="Text Placeholder 36">
            <a:extLst>
              <a:ext uri="{FF2B5EF4-FFF2-40B4-BE49-F238E27FC236}">
                <a16:creationId xmlns:a16="http://schemas.microsoft.com/office/drawing/2014/main" id="{C924DEDB-3EDF-E33C-EF76-4E02B7B6B8EF}"/>
              </a:ext>
            </a:extLst>
          </p:cNvPr>
          <p:cNvSpPr>
            <a:spLocks noGrp="1"/>
          </p:cNvSpPr>
          <p:nvPr>
            <p:ph type="body" sz="quarter" idx="16"/>
          </p:nvPr>
        </p:nvSpPr>
        <p:spPr>
          <a:xfrm>
            <a:off x="457201" y="3502135"/>
            <a:ext cx="2201157" cy="2598720"/>
          </a:xfrm>
        </p:spPr>
        <p:txBody>
          <a:bodyPr/>
          <a:lstStyle>
            <a:lvl1pPr marL="112713" indent="-112713">
              <a:spcBef>
                <a:spcPts val="200"/>
              </a:spcBef>
              <a:spcAft>
                <a:spcPts val="200"/>
              </a:spcAft>
              <a:buClr>
                <a:schemeClr val="accent3"/>
              </a:buClr>
              <a:defRPr sz="1100">
                <a:solidFill>
                  <a:schemeClr val="tx1"/>
                </a:solidFill>
              </a:defRPr>
            </a:lvl1pPr>
          </a:lstStyle>
          <a:p>
            <a:pPr lvl="0"/>
            <a:r>
              <a:rPr lang="en-US"/>
              <a:t>Click to edit Master text styles</a:t>
            </a:r>
          </a:p>
        </p:txBody>
      </p:sp>
      <p:sp>
        <p:nvSpPr>
          <p:cNvPr id="43" name="Text Placeholder 26">
            <a:extLst>
              <a:ext uri="{FF2B5EF4-FFF2-40B4-BE49-F238E27FC236}">
                <a16:creationId xmlns:a16="http://schemas.microsoft.com/office/drawing/2014/main" id="{FDA3A212-8F30-D033-AB41-B7498539543D}"/>
              </a:ext>
            </a:extLst>
          </p:cNvPr>
          <p:cNvSpPr>
            <a:spLocks noGrp="1"/>
          </p:cNvSpPr>
          <p:nvPr>
            <p:ph type="body" sz="quarter" idx="17" hasCustomPrompt="1"/>
          </p:nvPr>
        </p:nvSpPr>
        <p:spPr>
          <a:xfrm>
            <a:off x="3054221" y="1570034"/>
            <a:ext cx="2414504" cy="282410"/>
          </a:xfrm>
        </p:spPr>
        <p:txBody>
          <a:bodyPr/>
          <a:lstStyle>
            <a:lvl1pPr marL="0" indent="0">
              <a:buFontTx/>
              <a:buNone/>
              <a:defRPr sz="1600" b="1">
                <a:solidFill>
                  <a:schemeClr val="accent3"/>
                </a:solidFill>
                <a:latin typeface="+mn-lt"/>
              </a:defRPr>
            </a:lvl1pPr>
          </a:lstStyle>
          <a:p>
            <a:pPr lvl="0"/>
            <a:r>
              <a:rPr lang="en-US" dirty="0"/>
              <a:t>Scope</a:t>
            </a:r>
          </a:p>
        </p:txBody>
      </p:sp>
      <p:sp>
        <p:nvSpPr>
          <p:cNvPr id="44" name="Text Placeholder 36">
            <a:extLst>
              <a:ext uri="{FF2B5EF4-FFF2-40B4-BE49-F238E27FC236}">
                <a16:creationId xmlns:a16="http://schemas.microsoft.com/office/drawing/2014/main" id="{A14E640B-FB32-E6A5-7E82-DDDAEC38172A}"/>
              </a:ext>
            </a:extLst>
          </p:cNvPr>
          <p:cNvSpPr>
            <a:spLocks noGrp="1"/>
          </p:cNvSpPr>
          <p:nvPr>
            <p:ph type="body" sz="quarter" idx="18"/>
          </p:nvPr>
        </p:nvSpPr>
        <p:spPr>
          <a:xfrm>
            <a:off x="3054221" y="1924656"/>
            <a:ext cx="5603600" cy="2363868"/>
          </a:xfrm>
        </p:spPr>
        <p:txBody>
          <a:bodyPr/>
          <a:lstStyle>
            <a:lvl1pPr marL="112713" indent="-112713">
              <a:spcBef>
                <a:spcPts val="200"/>
              </a:spcBef>
              <a:spcAft>
                <a:spcPts val="200"/>
              </a:spcAft>
              <a:buClr>
                <a:schemeClr val="accent3"/>
              </a:buClr>
              <a:defRPr sz="1100">
                <a:solidFill>
                  <a:schemeClr val="tx1"/>
                </a:solidFill>
              </a:defRPr>
            </a:lvl1pPr>
          </a:lstStyle>
          <a:p>
            <a:pPr lvl="0"/>
            <a:r>
              <a:rPr lang="en-US"/>
              <a:t>Click to edit Master text styles</a:t>
            </a:r>
          </a:p>
        </p:txBody>
      </p:sp>
      <p:sp>
        <p:nvSpPr>
          <p:cNvPr id="46" name="Text Placeholder 26">
            <a:extLst>
              <a:ext uri="{FF2B5EF4-FFF2-40B4-BE49-F238E27FC236}">
                <a16:creationId xmlns:a16="http://schemas.microsoft.com/office/drawing/2014/main" id="{2841CF6B-CB34-C014-F54E-BC4F141F3BBE}"/>
              </a:ext>
            </a:extLst>
          </p:cNvPr>
          <p:cNvSpPr>
            <a:spLocks noGrp="1"/>
          </p:cNvSpPr>
          <p:nvPr>
            <p:ph type="body" sz="quarter" idx="19" hasCustomPrompt="1"/>
          </p:nvPr>
        </p:nvSpPr>
        <p:spPr>
          <a:xfrm>
            <a:off x="3054221" y="4427256"/>
            <a:ext cx="2414504" cy="282410"/>
          </a:xfrm>
        </p:spPr>
        <p:txBody>
          <a:bodyPr/>
          <a:lstStyle>
            <a:lvl1pPr marL="0" indent="0">
              <a:buFontTx/>
              <a:buNone/>
              <a:defRPr sz="1600" b="1">
                <a:solidFill>
                  <a:schemeClr val="accent3"/>
                </a:solidFill>
                <a:latin typeface="+mn-lt"/>
              </a:defRPr>
            </a:lvl1pPr>
          </a:lstStyle>
          <a:p>
            <a:pPr lvl="0"/>
            <a:r>
              <a:rPr lang="en-US" dirty="0"/>
              <a:t>EXL solution</a:t>
            </a:r>
          </a:p>
        </p:txBody>
      </p:sp>
      <p:sp>
        <p:nvSpPr>
          <p:cNvPr id="47" name="Text Placeholder 36">
            <a:extLst>
              <a:ext uri="{FF2B5EF4-FFF2-40B4-BE49-F238E27FC236}">
                <a16:creationId xmlns:a16="http://schemas.microsoft.com/office/drawing/2014/main" id="{78ADAF88-FA61-AF79-0470-D140F7AA2F72}"/>
              </a:ext>
            </a:extLst>
          </p:cNvPr>
          <p:cNvSpPr>
            <a:spLocks noGrp="1"/>
          </p:cNvSpPr>
          <p:nvPr>
            <p:ph type="body" sz="quarter" idx="20"/>
          </p:nvPr>
        </p:nvSpPr>
        <p:spPr>
          <a:xfrm>
            <a:off x="3054221" y="4790839"/>
            <a:ext cx="5603600" cy="1310016"/>
          </a:xfrm>
        </p:spPr>
        <p:txBody>
          <a:bodyPr/>
          <a:lstStyle>
            <a:lvl1pPr marL="112713" indent="-112713">
              <a:spcBef>
                <a:spcPts val="200"/>
              </a:spcBef>
              <a:spcAft>
                <a:spcPts val="200"/>
              </a:spcAft>
              <a:buClr>
                <a:schemeClr val="accent3"/>
              </a:buClr>
              <a:defRPr sz="1100">
                <a:solidFill>
                  <a:schemeClr val="tx1"/>
                </a:solidFill>
              </a:defRPr>
            </a:lvl1pPr>
          </a:lstStyle>
          <a:p>
            <a:pPr lvl="0"/>
            <a:r>
              <a:rPr lang="en-US"/>
              <a:t>Click to edit Master text styles</a:t>
            </a:r>
          </a:p>
        </p:txBody>
      </p:sp>
      <p:cxnSp>
        <p:nvCxnSpPr>
          <p:cNvPr id="48" name="Straight Connector 47">
            <a:extLst>
              <a:ext uri="{FF2B5EF4-FFF2-40B4-BE49-F238E27FC236}">
                <a16:creationId xmlns:a16="http://schemas.microsoft.com/office/drawing/2014/main" id="{E6F7A8F4-AED5-94AE-36B9-7758B5EC0DB7}"/>
              </a:ext>
            </a:extLst>
          </p:cNvPr>
          <p:cNvCxnSpPr>
            <a:cxnSpLocks/>
          </p:cNvCxnSpPr>
          <p:nvPr userDrawn="1"/>
        </p:nvCxnSpPr>
        <p:spPr>
          <a:xfrm>
            <a:off x="8804633" y="1569450"/>
            <a:ext cx="0" cy="456350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26">
            <a:extLst>
              <a:ext uri="{FF2B5EF4-FFF2-40B4-BE49-F238E27FC236}">
                <a16:creationId xmlns:a16="http://schemas.microsoft.com/office/drawing/2014/main" id="{DE3059AE-6A6C-9CE8-454D-9F278F9EC3A2}"/>
              </a:ext>
            </a:extLst>
          </p:cNvPr>
          <p:cNvSpPr>
            <a:spLocks noGrp="1"/>
          </p:cNvSpPr>
          <p:nvPr>
            <p:ph type="body" sz="quarter" idx="21" hasCustomPrompt="1"/>
          </p:nvPr>
        </p:nvSpPr>
        <p:spPr>
          <a:xfrm>
            <a:off x="9125145" y="1570034"/>
            <a:ext cx="2677207" cy="282410"/>
          </a:xfrm>
        </p:spPr>
        <p:txBody>
          <a:bodyPr/>
          <a:lstStyle>
            <a:lvl1pPr marL="0" indent="0">
              <a:buFontTx/>
              <a:buNone/>
              <a:defRPr sz="1600" b="1">
                <a:solidFill>
                  <a:schemeClr val="tx2"/>
                </a:solidFill>
                <a:latin typeface="+mn-lt"/>
              </a:defRPr>
            </a:lvl1pPr>
          </a:lstStyle>
          <a:p>
            <a:pPr lvl="0"/>
            <a:r>
              <a:rPr lang="en-US" dirty="0"/>
              <a:t>Results</a:t>
            </a:r>
          </a:p>
        </p:txBody>
      </p:sp>
      <p:sp>
        <p:nvSpPr>
          <p:cNvPr id="51" name="Text Placeholder 36">
            <a:extLst>
              <a:ext uri="{FF2B5EF4-FFF2-40B4-BE49-F238E27FC236}">
                <a16:creationId xmlns:a16="http://schemas.microsoft.com/office/drawing/2014/main" id="{BD35A55A-C259-3ABC-DCF1-FF10E661689D}"/>
              </a:ext>
            </a:extLst>
          </p:cNvPr>
          <p:cNvSpPr>
            <a:spLocks noGrp="1"/>
          </p:cNvSpPr>
          <p:nvPr>
            <p:ph type="body" sz="quarter" idx="22"/>
          </p:nvPr>
        </p:nvSpPr>
        <p:spPr>
          <a:xfrm>
            <a:off x="9125146" y="1924655"/>
            <a:ext cx="2677206" cy="3975653"/>
          </a:xfrm>
        </p:spPr>
        <p:txBody>
          <a:bodyPr/>
          <a:lstStyle>
            <a:lvl1pPr marL="112713" indent="-112713">
              <a:spcBef>
                <a:spcPts val="200"/>
              </a:spcBef>
              <a:spcAft>
                <a:spcPts val="200"/>
              </a:spcAft>
              <a:buClr>
                <a:schemeClr val="tx2"/>
              </a:buClr>
              <a:defRPr sz="1100">
                <a:solidFill>
                  <a:schemeClr val="tx2"/>
                </a:solidFill>
                <a:latin typeface="+mn-lt"/>
              </a:defRPr>
            </a:lvl1pPr>
          </a:lstStyle>
          <a:p>
            <a:pPr lvl="0"/>
            <a:r>
              <a:rPr lang="en-US"/>
              <a:t>Click to edit Master text styles</a:t>
            </a:r>
          </a:p>
        </p:txBody>
      </p:sp>
    </p:spTree>
    <p:extLst>
      <p:ext uri="{BB962C8B-B14F-4D97-AF65-F5344CB8AC3E}">
        <p14:creationId xmlns:p14="http://schemas.microsoft.com/office/powerpoint/2010/main" val="1751596699"/>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hart highlight">
    <p:bg>
      <p:bgRef idx="1001">
        <a:schemeClr val="bg1"/>
      </p:bgRef>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4" name="Content Placeholder 3">
            <a:extLst>
              <a:ext uri="{FF2B5EF4-FFF2-40B4-BE49-F238E27FC236}">
                <a16:creationId xmlns:a16="http://schemas.microsoft.com/office/drawing/2014/main" id="{1CE9CC39-2615-554C-ADE2-A30C02888996}"/>
              </a:ext>
            </a:extLst>
          </p:cNvPr>
          <p:cNvSpPr>
            <a:spLocks noGrp="1"/>
          </p:cNvSpPr>
          <p:nvPr>
            <p:ph sz="quarter" idx="14" hasCustomPrompt="1"/>
          </p:nvPr>
        </p:nvSpPr>
        <p:spPr>
          <a:xfrm>
            <a:off x="4433888" y="1184239"/>
            <a:ext cx="7300912" cy="4456113"/>
          </a:xfrm>
          <a:noFill/>
        </p:spPr>
        <p:txBody>
          <a:bodyPr anchor="ctr" anchorCtr="0"/>
          <a:lstStyle>
            <a:lvl1pPr marL="0" indent="0" algn="ctr">
              <a:buNone/>
              <a:defRPr sz="1600"/>
            </a:lvl1pPr>
          </a:lstStyle>
          <a:p>
            <a:pPr lvl="0"/>
            <a:r>
              <a:rPr lang="en-US" dirty="0"/>
              <a:t>Insert infographics within this area</a:t>
            </a:r>
          </a:p>
        </p:txBody>
      </p:sp>
      <p:sp>
        <p:nvSpPr>
          <p:cNvPr id="10" name="Title 1">
            <a:extLst>
              <a:ext uri="{FF2B5EF4-FFF2-40B4-BE49-F238E27FC236}">
                <a16:creationId xmlns:a16="http://schemas.microsoft.com/office/drawing/2014/main" id="{1ACA16BD-E4B6-9444-B185-131F327A874C}"/>
              </a:ext>
            </a:extLst>
          </p:cNvPr>
          <p:cNvSpPr>
            <a:spLocks noGrp="1"/>
          </p:cNvSpPr>
          <p:nvPr>
            <p:ph type="ctrTitle"/>
          </p:nvPr>
        </p:nvSpPr>
        <p:spPr>
          <a:xfrm>
            <a:off x="457200" y="1184239"/>
            <a:ext cx="3679371" cy="1649186"/>
          </a:xfrm>
        </p:spPr>
        <p:txBody>
          <a:bodyPr anchor="t" anchorCtr="0">
            <a:noAutofit/>
          </a:bodyPr>
          <a:lstStyle>
            <a:lvl1pPr algn="l">
              <a:lnSpc>
                <a:spcPct val="80000"/>
              </a:lnSpc>
              <a:defRPr sz="4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B9479803-0328-0048-8006-F62792C416FF}"/>
              </a:ext>
            </a:extLst>
          </p:cNvPr>
          <p:cNvSpPr>
            <a:spLocks noGrp="1"/>
          </p:cNvSpPr>
          <p:nvPr>
            <p:ph type="body" sz="quarter" idx="16"/>
          </p:nvPr>
        </p:nvSpPr>
        <p:spPr>
          <a:xfrm>
            <a:off x="457200" y="6265985"/>
            <a:ext cx="3679825" cy="311028"/>
          </a:xfrm>
        </p:spPr>
        <p:txBody>
          <a:bodyPr anchor="b" anchorCtr="0"/>
          <a:lstStyle>
            <a:lvl1pPr marL="0" indent="0">
              <a:spcBef>
                <a:spcPts val="0"/>
              </a:spcBef>
              <a:buNone/>
              <a:defRPr sz="800">
                <a:latin typeface="+mj-lt"/>
              </a:defRPr>
            </a:lvl1pPr>
            <a:lvl2pPr marL="290513" indent="0">
              <a:spcBef>
                <a:spcPts val="0"/>
              </a:spcBef>
              <a:buNone/>
              <a:defRPr sz="1050"/>
            </a:lvl2pPr>
            <a:lvl3pPr marL="582613" indent="0">
              <a:spcBef>
                <a:spcPts val="0"/>
              </a:spcBef>
              <a:buNone/>
              <a:defRPr sz="1050"/>
            </a:lvl3pPr>
            <a:lvl4pPr marL="855663" indent="0">
              <a:spcBef>
                <a:spcPts val="0"/>
              </a:spcBef>
              <a:buNone/>
              <a:defRPr sz="1050"/>
            </a:lvl4pPr>
            <a:lvl5pPr marL="1100138" indent="0">
              <a:spcBef>
                <a:spcPts val="0"/>
              </a:spcBef>
              <a:buNone/>
              <a:defRPr sz="1050"/>
            </a:lvl5pPr>
          </a:lstStyle>
          <a:p>
            <a:pPr lvl="0"/>
            <a:r>
              <a:rPr lang="en-US"/>
              <a:t>Click to edit Master text styles</a:t>
            </a:r>
          </a:p>
        </p:txBody>
      </p:sp>
      <p:sp>
        <p:nvSpPr>
          <p:cNvPr id="12" name="Text Placeholder 10">
            <a:extLst>
              <a:ext uri="{FF2B5EF4-FFF2-40B4-BE49-F238E27FC236}">
                <a16:creationId xmlns:a16="http://schemas.microsoft.com/office/drawing/2014/main" id="{6CEDD1B3-BEED-F34A-B2B4-FB9C258BD230}"/>
              </a:ext>
            </a:extLst>
          </p:cNvPr>
          <p:cNvSpPr>
            <a:spLocks noGrp="1"/>
          </p:cNvSpPr>
          <p:nvPr>
            <p:ph type="body" sz="quarter" idx="19"/>
          </p:nvPr>
        </p:nvSpPr>
        <p:spPr>
          <a:xfrm>
            <a:off x="457200" y="2933317"/>
            <a:ext cx="3667742" cy="1822983"/>
          </a:xfrm>
        </p:spPr>
        <p:txBody>
          <a:bodyPr>
            <a:noAutofit/>
          </a:bodyPr>
          <a:lstStyle>
            <a:lvl1pPr marL="0" indent="0">
              <a:spcBef>
                <a:spcPts val="0"/>
              </a:spcBef>
              <a:spcAft>
                <a:spcPts val="400"/>
              </a:spcAft>
              <a:buFontTx/>
              <a:buNone/>
              <a:tabLst/>
              <a:defRPr sz="2200">
                <a:solidFill>
                  <a:schemeClr val="tx1"/>
                </a:solidFill>
                <a:latin typeface="+mn-lt"/>
              </a:defRPr>
            </a:lvl1pPr>
            <a:lvl2pPr marL="460375" indent="-223838">
              <a:spcBef>
                <a:spcPts val="0"/>
              </a:spcBef>
              <a:spcAft>
                <a:spcPts val="400"/>
              </a:spcAft>
              <a:buClr>
                <a:schemeClr val="tx2"/>
              </a:buClr>
              <a:buFont typeface="Arial" panose="020B0604020202020204" pitchFamily="34" charset="0"/>
              <a:buChar char="•"/>
              <a:tabLst/>
              <a:defRPr sz="2000">
                <a:solidFill>
                  <a:schemeClr val="tx1"/>
                </a:solidFill>
                <a:latin typeface="+mj-lt"/>
              </a:defRPr>
            </a:lvl2pPr>
            <a:lvl3pPr marL="690563" indent="-223838">
              <a:spcBef>
                <a:spcPts val="0"/>
              </a:spcBef>
              <a:spcAft>
                <a:spcPts val="400"/>
              </a:spcAft>
              <a:tabLst/>
              <a:defRPr sz="2000">
                <a:solidFill>
                  <a:schemeClr val="tx1"/>
                </a:solidFill>
                <a:latin typeface="+mj-lt"/>
              </a:defRPr>
            </a:lvl3pPr>
            <a:lvl4pPr marL="914400" indent="-230188">
              <a:spcBef>
                <a:spcPts val="0"/>
              </a:spcBef>
              <a:spcAft>
                <a:spcPts val="400"/>
              </a:spcAft>
              <a:tabLst/>
              <a:defRPr sz="1800">
                <a:solidFill>
                  <a:schemeClr val="tx1"/>
                </a:solidFill>
                <a:latin typeface="+mj-lt"/>
              </a:defRPr>
            </a:lvl4pPr>
            <a:lvl5pPr marL="1144588" indent="-211138">
              <a:spcBef>
                <a:spcPts val="0"/>
              </a:spcBef>
              <a:spcAft>
                <a:spcPts val="400"/>
              </a:spcAft>
              <a:tabLst/>
              <a:defRPr sz="18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Box 10">
            <a:extLst>
              <a:ext uri="{FF2B5EF4-FFF2-40B4-BE49-F238E27FC236}">
                <a16:creationId xmlns:a16="http://schemas.microsoft.com/office/drawing/2014/main" id="{BE405EF5-67A3-467C-B557-30C099F3F7D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3" name="TextBox 12">
            <a:extLst>
              <a:ext uri="{FF2B5EF4-FFF2-40B4-BE49-F238E27FC236}">
                <a16:creationId xmlns:a16="http://schemas.microsoft.com/office/drawing/2014/main" id="{F7E476FB-F1EB-4325-8567-72CD95BF0CAA}"/>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69665918"/>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873797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act Slide White">
    <p:bg>
      <p:bgRef idx="1001">
        <a:schemeClr val="bg1"/>
      </p:bgRef>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941A1EF-1130-0847-A890-759BB7F11D76}"/>
              </a:ext>
            </a:extLst>
          </p:cNvPr>
          <p:cNvSpPr>
            <a:spLocks noGrp="1"/>
          </p:cNvSpPr>
          <p:nvPr>
            <p:ph type="body" sz="quarter" idx="10"/>
          </p:nvPr>
        </p:nvSpPr>
        <p:spPr>
          <a:xfrm>
            <a:off x="457200" y="2941639"/>
            <a:ext cx="3807869" cy="281142"/>
          </a:xfrm>
        </p:spPr>
        <p:txBody>
          <a:bodyPr/>
          <a:lstStyle>
            <a:lvl1pPr marL="0" indent="0">
              <a:buNone/>
              <a:defRPr sz="20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0" name="Text Placeholder 4">
            <a:extLst>
              <a:ext uri="{FF2B5EF4-FFF2-40B4-BE49-F238E27FC236}">
                <a16:creationId xmlns:a16="http://schemas.microsoft.com/office/drawing/2014/main" id="{D1B4C41C-FB42-AD48-A6C4-FD4FE1D148B0}"/>
              </a:ext>
            </a:extLst>
          </p:cNvPr>
          <p:cNvSpPr>
            <a:spLocks noGrp="1"/>
          </p:cNvSpPr>
          <p:nvPr>
            <p:ph type="body" sz="quarter" idx="11"/>
          </p:nvPr>
        </p:nvSpPr>
        <p:spPr>
          <a:xfrm>
            <a:off x="457200" y="3293332"/>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1" name="Text Placeholder 4">
            <a:extLst>
              <a:ext uri="{FF2B5EF4-FFF2-40B4-BE49-F238E27FC236}">
                <a16:creationId xmlns:a16="http://schemas.microsoft.com/office/drawing/2014/main" id="{F2667988-617F-004D-B13E-69F23C6018E9}"/>
              </a:ext>
            </a:extLst>
          </p:cNvPr>
          <p:cNvSpPr>
            <a:spLocks noGrp="1"/>
          </p:cNvSpPr>
          <p:nvPr>
            <p:ph type="body" sz="quarter" idx="12"/>
          </p:nvPr>
        </p:nvSpPr>
        <p:spPr>
          <a:xfrm>
            <a:off x="457200" y="3568293"/>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2" name="Text Placeholder 4">
            <a:extLst>
              <a:ext uri="{FF2B5EF4-FFF2-40B4-BE49-F238E27FC236}">
                <a16:creationId xmlns:a16="http://schemas.microsoft.com/office/drawing/2014/main" id="{6FE5633E-57AE-5F4C-8DC4-A6A36A5A6C1D}"/>
              </a:ext>
            </a:extLst>
          </p:cNvPr>
          <p:cNvSpPr>
            <a:spLocks noGrp="1"/>
          </p:cNvSpPr>
          <p:nvPr>
            <p:ph type="body" sz="quarter" idx="13"/>
          </p:nvPr>
        </p:nvSpPr>
        <p:spPr>
          <a:xfrm>
            <a:off x="457200" y="4597790"/>
            <a:ext cx="3807869" cy="281142"/>
          </a:xfrm>
        </p:spPr>
        <p:txBody>
          <a:bodyPr/>
          <a:lstStyle>
            <a:lvl1pPr marL="0" indent="0">
              <a:buNone/>
              <a:defRPr sz="20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3" name="Text Placeholder 4">
            <a:extLst>
              <a:ext uri="{FF2B5EF4-FFF2-40B4-BE49-F238E27FC236}">
                <a16:creationId xmlns:a16="http://schemas.microsoft.com/office/drawing/2014/main" id="{3CD5681D-08CD-CE43-A482-97B6B98B3172}"/>
              </a:ext>
            </a:extLst>
          </p:cNvPr>
          <p:cNvSpPr>
            <a:spLocks noGrp="1"/>
          </p:cNvSpPr>
          <p:nvPr>
            <p:ph type="body" sz="quarter" idx="14"/>
          </p:nvPr>
        </p:nvSpPr>
        <p:spPr>
          <a:xfrm>
            <a:off x="457200" y="4949483"/>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4" name="Text Placeholder 4">
            <a:extLst>
              <a:ext uri="{FF2B5EF4-FFF2-40B4-BE49-F238E27FC236}">
                <a16:creationId xmlns:a16="http://schemas.microsoft.com/office/drawing/2014/main" id="{A24ABB26-7301-E846-A462-7610E217F0BE}"/>
              </a:ext>
            </a:extLst>
          </p:cNvPr>
          <p:cNvSpPr>
            <a:spLocks noGrp="1"/>
          </p:cNvSpPr>
          <p:nvPr>
            <p:ph type="body" sz="quarter" idx="15"/>
          </p:nvPr>
        </p:nvSpPr>
        <p:spPr>
          <a:xfrm>
            <a:off x="457200" y="5224444"/>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5" name="Text Placeholder 4">
            <a:extLst>
              <a:ext uri="{FF2B5EF4-FFF2-40B4-BE49-F238E27FC236}">
                <a16:creationId xmlns:a16="http://schemas.microsoft.com/office/drawing/2014/main" id="{1903EF78-E55B-BE4C-9CF2-0175C0D0E832}"/>
              </a:ext>
            </a:extLst>
          </p:cNvPr>
          <p:cNvSpPr>
            <a:spLocks noGrp="1"/>
          </p:cNvSpPr>
          <p:nvPr>
            <p:ph type="body" sz="quarter" idx="16"/>
          </p:nvPr>
        </p:nvSpPr>
        <p:spPr>
          <a:xfrm>
            <a:off x="4792607" y="2941639"/>
            <a:ext cx="3807869" cy="281142"/>
          </a:xfrm>
        </p:spPr>
        <p:txBody>
          <a:bodyPr/>
          <a:lstStyle>
            <a:lvl1pPr marL="0" indent="0">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6" name="Text Placeholder 4">
            <a:extLst>
              <a:ext uri="{FF2B5EF4-FFF2-40B4-BE49-F238E27FC236}">
                <a16:creationId xmlns:a16="http://schemas.microsoft.com/office/drawing/2014/main" id="{5EC6E547-EACF-304E-A8A1-B89AA8072024}"/>
              </a:ext>
            </a:extLst>
          </p:cNvPr>
          <p:cNvSpPr>
            <a:spLocks noGrp="1"/>
          </p:cNvSpPr>
          <p:nvPr>
            <p:ph type="body" sz="quarter" idx="17"/>
          </p:nvPr>
        </p:nvSpPr>
        <p:spPr>
          <a:xfrm>
            <a:off x="4792607" y="3293332"/>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7" name="Text Placeholder 4">
            <a:extLst>
              <a:ext uri="{FF2B5EF4-FFF2-40B4-BE49-F238E27FC236}">
                <a16:creationId xmlns:a16="http://schemas.microsoft.com/office/drawing/2014/main" id="{032E99CF-0040-9145-B590-C27DD73EAEAC}"/>
              </a:ext>
            </a:extLst>
          </p:cNvPr>
          <p:cNvSpPr>
            <a:spLocks noGrp="1"/>
          </p:cNvSpPr>
          <p:nvPr>
            <p:ph type="body" sz="quarter" idx="18"/>
          </p:nvPr>
        </p:nvSpPr>
        <p:spPr>
          <a:xfrm>
            <a:off x="4792607" y="3568293"/>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21" name="Text Placeholder 4">
            <a:extLst>
              <a:ext uri="{FF2B5EF4-FFF2-40B4-BE49-F238E27FC236}">
                <a16:creationId xmlns:a16="http://schemas.microsoft.com/office/drawing/2014/main" id="{28F4786A-0F68-1A46-8E73-D7568095F32D}"/>
              </a:ext>
            </a:extLst>
          </p:cNvPr>
          <p:cNvSpPr>
            <a:spLocks noGrp="1"/>
          </p:cNvSpPr>
          <p:nvPr>
            <p:ph type="body" sz="quarter" idx="21"/>
          </p:nvPr>
        </p:nvSpPr>
        <p:spPr>
          <a:xfrm>
            <a:off x="4792607" y="4597790"/>
            <a:ext cx="3807869" cy="1496778"/>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pic>
        <p:nvPicPr>
          <p:cNvPr id="23" name="Picture 22">
            <a:extLst>
              <a:ext uri="{FF2B5EF4-FFF2-40B4-BE49-F238E27FC236}">
                <a16:creationId xmlns:a16="http://schemas.microsoft.com/office/drawing/2014/main" id="{E31D6697-EB49-1144-B5F3-9918FB7982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684" y="1133447"/>
            <a:ext cx="1797646" cy="1152337"/>
          </a:xfrm>
          <a:prstGeom prst="rect">
            <a:avLst/>
          </a:prstGeom>
        </p:spPr>
      </p:pic>
    </p:spTree>
    <p:extLst>
      <p:ext uri="{BB962C8B-B14F-4D97-AF65-F5344CB8AC3E}">
        <p14:creationId xmlns:p14="http://schemas.microsoft.com/office/powerpoint/2010/main" val="1573514717"/>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act Slide Orange">
    <p:bg>
      <p:bgPr>
        <a:solidFill>
          <a:schemeClr val="bg2"/>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941A1EF-1130-0847-A890-759BB7F11D76}"/>
              </a:ext>
            </a:extLst>
          </p:cNvPr>
          <p:cNvSpPr>
            <a:spLocks noGrp="1"/>
          </p:cNvSpPr>
          <p:nvPr>
            <p:ph type="body" sz="quarter" idx="10"/>
          </p:nvPr>
        </p:nvSpPr>
        <p:spPr>
          <a:xfrm>
            <a:off x="457200" y="2941639"/>
            <a:ext cx="3807869" cy="281142"/>
          </a:xfrm>
        </p:spPr>
        <p:txBody>
          <a:bodyPr/>
          <a:lstStyle>
            <a:lvl1pPr marL="0" indent="0">
              <a:buNone/>
              <a:defRPr sz="20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0" name="Text Placeholder 4">
            <a:extLst>
              <a:ext uri="{FF2B5EF4-FFF2-40B4-BE49-F238E27FC236}">
                <a16:creationId xmlns:a16="http://schemas.microsoft.com/office/drawing/2014/main" id="{D1B4C41C-FB42-AD48-A6C4-FD4FE1D148B0}"/>
              </a:ext>
            </a:extLst>
          </p:cNvPr>
          <p:cNvSpPr>
            <a:spLocks noGrp="1"/>
          </p:cNvSpPr>
          <p:nvPr>
            <p:ph type="body" sz="quarter" idx="11"/>
          </p:nvPr>
        </p:nvSpPr>
        <p:spPr>
          <a:xfrm>
            <a:off x="457200" y="3293332"/>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1" name="Text Placeholder 4">
            <a:extLst>
              <a:ext uri="{FF2B5EF4-FFF2-40B4-BE49-F238E27FC236}">
                <a16:creationId xmlns:a16="http://schemas.microsoft.com/office/drawing/2014/main" id="{F2667988-617F-004D-B13E-69F23C6018E9}"/>
              </a:ext>
            </a:extLst>
          </p:cNvPr>
          <p:cNvSpPr>
            <a:spLocks noGrp="1"/>
          </p:cNvSpPr>
          <p:nvPr>
            <p:ph type="body" sz="quarter" idx="12"/>
          </p:nvPr>
        </p:nvSpPr>
        <p:spPr>
          <a:xfrm>
            <a:off x="457200" y="3568293"/>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2" name="Text Placeholder 4">
            <a:extLst>
              <a:ext uri="{FF2B5EF4-FFF2-40B4-BE49-F238E27FC236}">
                <a16:creationId xmlns:a16="http://schemas.microsoft.com/office/drawing/2014/main" id="{6FE5633E-57AE-5F4C-8DC4-A6A36A5A6C1D}"/>
              </a:ext>
            </a:extLst>
          </p:cNvPr>
          <p:cNvSpPr>
            <a:spLocks noGrp="1"/>
          </p:cNvSpPr>
          <p:nvPr>
            <p:ph type="body" sz="quarter" idx="13"/>
          </p:nvPr>
        </p:nvSpPr>
        <p:spPr>
          <a:xfrm>
            <a:off x="457200" y="4597790"/>
            <a:ext cx="3807869" cy="281142"/>
          </a:xfrm>
        </p:spPr>
        <p:txBody>
          <a:bodyPr/>
          <a:lstStyle>
            <a:lvl1pPr marL="0" indent="0">
              <a:buNone/>
              <a:defRPr sz="20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3" name="Text Placeholder 4">
            <a:extLst>
              <a:ext uri="{FF2B5EF4-FFF2-40B4-BE49-F238E27FC236}">
                <a16:creationId xmlns:a16="http://schemas.microsoft.com/office/drawing/2014/main" id="{3CD5681D-08CD-CE43-A482-97B6B98B3172}"/>
              </a:ext>
            </a:extLst>
          </p:cNvPr>
          <p:cNvSpPr>
            <a:spLocks noGrp="1"/>
          </p:cNvSpPr>
          <p:nvPr>
            <p:ph type="body" sz="quarter" idx="14"/>
          </p:nvPr>
        </p:nvSpPr>
        <p:spPr>
          <a:xfrm>
            <a:off x="457200" y="4949483"/>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4" name="Text Placeholder 4">
            <a:extLst>
              <a:ext uri="{FF2B5EF4-FFF2-40B4-BE49-F238E27FC236}">
                <a16:creationId xmlns:a16="http://schemas.microsoft.com/office/drawing/2014/main" id="{A24ABB26-7301-E846-A462-7610E217F0BE}"/>
              </a:ext>
            </a:extLst>
          </p:cNvPr>
          <p:cNvSpPr>
            <a:spLocks noGrp="1"/>
          </p:cNvSpPr>
          <p:nvPr>
            <p:ph type="body" sz="quarter" idx="15"/>
          </p:nvPr>
        </p:nvSpPr>
        <p:spPr>
          <a:xfrm>
            <a:off x="457200" y="5224444"/>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5" name="Text Placeholder 4">
            <a:extLst>
              <a:ext uri="{FF2B5EF4-FFF2-40B4-BE49-F238E27FC236}">
                <a16:creationId xmlns:a16="http://schemas.microsoft.com/office/drawing/2014/main" id="{1903EF78-E55B-BE4C-9CF2-0175C0D0E832}"/>
              </a:ext>
            </a:extLst>
          </p:cNvPr>
          <p:cNvSpPr>
            <a:spLocks noGrp="1"/>
          </p:cNvSpPr>
          <p:nvPr>
            <p:ph type="body" sz="quarter" idx="16"/>
          </p:nvPr>
        </p:nvSpPr>
        <p:spPr>
          <a:xfrm>
            <a:off x="4792607" y="2941639"/>
            <a:ext cx="3807869" cy="281142"/>
          </a:xfrm>
        </p:spPr>
        <p:txBody>
          <a:bodyPr/>
          <a:lstStyle>
            <a:lvl1pPr marL="0" indent="0">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6" name="Text Placeholder 4">
            <a:extLst>
              <a:ext uri="{FF2B5EF4-FFF2-40B4-BE49-F238E27FC236}">
                <a16:creationId xmlns:a16="http://schemas.microsoft.com/office/drawing/2014/main" id="{5EC6E547-EACF-304E-A8A1-B89AA8072024}"/>
              </a:ext>
            </a:extLst>
          </p:cNvPr>
          <p:cNvSpPr>
            <a:spLocks noGrp="1"/>
          </p:cNvSpPr>
          <p:nvPr>
            <p:ph type="body" sz="quarter" idx="17"/>
          </p:nvPr>
        </p:nvSpPr>
        <p:spPr>
          <a:xfrm>
            <a:off x="4792607" y="3293332"/>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7" name="Text Placeholder 4">
            <a:extLst>
              <a:ext uri="{FF2B5EF4-FFF2-40B4-BE49-F238E27FC236}">
                <a16:creationId xmlns:a16="http://schemas.microsoft.com/office/drawing/2014/main" id="{032E99CF-0040-9145-B590-C27DD73EAEAC}"/>
              </a:ext>
            </a:extLst>
          </p:cNvPr>
          <p:cNvSpPr>
            <a:spLocks noGrp="1"/>
          </p:cNvSpPr>
          <p:nvPr>
            <p:ph type="body" sz="quarter" idx="18"/>
          </p:nvPr>
        </p:nvSpPr>
        <p:spPr>
          <a:xfrm>
            <a:off x="4792607" y="3568293"/>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21" name="Text Placeholder 4">
            <a:extLst>
              <a:ext uri="{FF2B5EF4-FFF2-40B4-BE49-F238E27FC236}">
                <a16:creationId xmlns:a16="http://schemas.microsoft.com/office/drawing/2014/main" id="{28F4786A-0F68-1A46-8E73-D7568095F32D}"/>
              </a:ext>
            </a:extLst>
          </p:cNvPr>
          <p:cNvSpPr>
            <a:spLocks noGrp="1"/>
          </p:cNvSpPr>
          <p:nvPr>
            <p:ph type="body" sz="quarter" idx="21"/>
          </p:nvPr>
        </p:nvSpPr>
        <p:spPr>
          <a:xfrm>
            <a:off x="4792607" y="4597790"/>
            <a:ext cx="3807869" cy="1496778"/>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pic>
        <p:nvPicPr>
          <p:cNvPr id="23" name="Picture 22">
            <a:extLst>
              <a:ext uri="{FF2B5EF4-FFF2-40B4-BE49-F238E27FC236}">
                <a16:creationId xmlns:a16="http://schemas.microsoft.com/office/drawing/2014/main" id="{E31D6697-EB49-1144-B5F3-9918FB7982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684" y="1133447"/>
            <a:ext cx="1797645" cy="1152337"/>
          </a:xfrm>
          <a:prstGeom prst="rect">
            <a:avLst/>
          </a:prstGeom>
        </p:spPr>
      </p:pic>
    </p:spTree>
    <p:extLst>
      <p:ext uri="{BB962C8B-B14F-4D97-AF65-F5344CB8AC3E}">
        <p14:creationId xmlns:p14="http://schemas.microsoft.com/office/powerpoint/2010/main" val="2378266953"/>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Agenda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757647"/>
            <a:ext cx="11277600" cy="936386"/>
          </a:xfrm>
        </p:spPr>
        <p:txBody>
          <a:bodyPr anchor="t" anchorCtr="0">
            <a:noAutofit/>
          </a:bodyPr>
          <a:lstStyle>
            <a:lvl1pPr algn="l">
              <a:lnSpc>
                <a:spcPct val="80000"/>
              </a:lnSpc>
              <a:defRPr sz="54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1854927"/>
            <a:ext cx="5638801" cy="4124768"/>
          </a:xfrm>
        </p:spPr>
        <p:txBody>
          <a:bodyPr>
            <a:noAutofit/>
          </a:bodyPr>
          <a:lstStyle>
            <a:lvl1pPr marL="0" indent="0" algn="l">
              <a:spcBef>
                <a:spcPts val="0"/>
              </a:spcBef>
              <a:spcAft>
                <a:spcPts val="900"/>
              </a:spcAft>
              <a:buClr>
                <a:schemeClr val="tx2"/>
              </a:buClr>
              <a:buFont typeface="Arial" panose="020B0604020202020204" pitchFamily="34" charset="0"/>
              <a:buNone/>
              <a:defRPr sz="1600" b="0" i="0">
                <a:solidFill>
                  <a:schemeClr val="tx2"/>
                </a:solidFill>
                <a:latin typeface="+mn-lt"/>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405915"/>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4038599" y="6639860"/>
            <a:ext cx="6376317" cy="182358"/>
          </a:xfrm>
        </p:spPr>
        <p:txBody>
          <a:bodyPr>
            <a:noAutofit/>
          </a:bodyPr>
          <a:lstStyle>
            <a:lvl1pPr algn="r">
              <a:defRPr sz="800"/>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639860"/>
            <a:ext cx="481556" cy="182358"/>
          </a:xfrm>
        </p:spPr>
        <p:txBody>
          <a:bodyPr>
            <a:noAutofit/>
          </a:bodyPr>
          <a:lstStyle>
            <a:lvl1pPr algn="l">
              <a:defRPr sz="800"/>
            </a:lvl1pPr>
          </a:lstStyle>
          <a:p>
            <a:fld id="{CCA08CA8-4222-D24F-ACDB-33341C247B6F}" type="slidenum">
              <a:rPr lang="en-US" smtClean="0"/>
              <a:pPr/>
              <a:t>‹#›</a:t>
            </a:fld>
            <a:endParaRPr lang="en-US" dirty="0"/>
          </a:p>
        </p:txBody>
      </p:sp>
    </p:spTree>
    <p:extLst>
      <p:ext uri="{BB962C8B-B14F-4D97-AF65-F5344CB8AC3E}">
        <p14:creationId xmlns:p14="http://schemas.microsoft.com/office/powerpoint/2010/main" val="122976719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57200"/>
            <a:ext cx="11277600" cy="1233488"/>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457200" y="1825625"/>
            <a:ext cx="11277600" cy="390587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6176963"/>
            <a:ext cx="3124200" cy="365125"/>
          </a:xfrm>
          <a:prstGeom prst="rect">
            <a:avLst/>
          </a:prstGeom>
        </p:spPr>
        <p:txBody>
          <a:bodyPr vert="horz" lIns="0" tIns="0" rIns="0" bIns="0" rtlCol="0" anchor="b" anchorCtr="0">
            <a:noAutofit/>
          </a:bodyPr>
          <a:lstStyle>
            <a:lvl1pPr algn="l">
              <a:defRPr sz="1200">
                <a:solidFill>
                  <a:schemeClr val="tx2"/>
                </a:solidFill>
              </a:defRPr>
            </a:lvl1pPr>
          </a:lstStyle>
          <a:p>
            <a:fld id="{0CCCACD6-8279-7A43-AFDE-A51255A0F160}" type="datetime1">
              <a:rPr lang="en-US" smtClean="0"/>
              <a:t>8/17/2026</a:t>
            </a:fld>
            <a:endParaRPr lang="en-US" dirty="0"/>
          </a:p>
        </p:txBody>
      </p:sp>
      <p:sp>
        <p:nvSpPr>
          <p:cNvPr id="5" name="Footer Placeholder 4"/>
          <p:cNvSpPr>
            <a:spLocks noGrp="1"/>
          </p:cNvSpPr>
          <p:nvPr>
            <p:ph type="ftr" sz="quarter" idx="3"/>
          </p:nvPr>
        </p:nvSpPr>
        <p:spPr>
          <a:xfrm>
            <a:off x="4038600" y="6176963"/>
            <a:ext cx="4114800" cy="365125"/>
          </a:xfrm>
          <a:prstGeom prst="rect">
            <a:avLst/>
          </a:prstGeom>
        </p:spPr>
        <p:txBody>
          <a:bodyPr vert="horz" lIns="0" tIns="0" rIns="0" bIns="0" rtlCol="0" anchor="b" anchorCtr="0">
            <a:noAutofit/>
          </a:bodyPr>
          <a:lstStyle>
            <a:lvl1pPr algn="ctr">
              <a:defRPr sz="1200">
                <a:solidFill>
                  <a:schemeClr val="tx2"/>
                </a:solidFill>
              </a:defRPr>
            </a:lvl1pPr>
          </a:lstStyle>
          <a:p>
            <a:r>
              <a:rPr lang="en-US" dirty="0"/>
              <a:t>©2024 ExlService Holdings, Inc. All rights reserved.</a:t>
            </a:r>
          </a:p>
        </p:txBody>
      </p:sp>
      <p:sp>
        <p:nvSpPr>
          <p:cNvPr id="6" name="Slide Number Placeholder 5"/>
          <p:cNvSpPr>
            <a:spLocks noGrp="1"/>
          </p:cNvSpPr>
          <p:nvPr>
            <p:ph type="sldNum" sz="quarter" idx="4"/>
          </p:nvPr>
        </p:nvSpPr>
        <p:spPr>
          <a:xfrm>
            <a:off x="8991600" y="6176963"/>
            <a:ext cx="2743200" cy="365125"/>
          </a:xfrm>
          <a:prstGeom prst="rect">
            <a:avLst/>
          </a:prstGeom>
        </p:spPr>
        <p:txBody>
          <a:bodyPr vert="horz" lIns="0" tIns="0" rIns="0" bIns="0" rtlCol="0" anchor="b" anchorCtr="0">
            <a:noAutofit/>
          </a:bodyPr>
          <a:lstStyle>
            <a:lvl1pPr algn="r">
              <a:defRPr sz="1200">
                <a:solidFill>
                  <a:schemeClr val="tx2"/>
                </a:solidFill>
              </a:defRPr>
            </a:lvl1pPr>
          </a:lstStyle>
          <a:p>
            <a:fld id="{CCA08CA8-4222-D24F-ACDB-33341C247B6F}" type="slidenum">
              <a:rPr lang="en-US" smtClean="0"/>
              <a:pPr/>
              <a:t>‹#›</a:t>
            </a:fld>
            <a:endParaRPr lang="en-US"/>
          </a:p>
        </p:txBody>
      </p:sp>
    </p:spTree>
    <p:extLst>
      <p:ext uri="{BB962C8B-B14F-4D97-AF65-F5344CB8AC3E}">
        <p14:creationId xmlns:p14="http://schemas.microsoft.com/office/powerpoint/2010/main" val="2537403804"/>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61" r:id="rId3"/>
    <p:sldLayoutId id="2147483675" r:id="rId4"/>
    <p:sldLayoutId id="2147483677" r:id="rId5"/>
    <p:sldLayoutId id="2147483727" r:id="rId6"/>
    <p:sldLayoutId id="2147483678" r:id="rId7"/>
    <p:sldLayoutId id="2147483681" r:id="rId8"/>
    <p:sldLayoutId id="2147483728" r:id="rId9"/>
    <p:sldLayoutId id="2147483685" r:id="rId10"/>
    <p:sldLayoutId id="2147483729" r:id="rId11"/>
    <p:sldLayoutId id="2147483717" r:id="rId12"/>
    <p:sldLayoutId id="2147483731" r:id="rId13"/>
    <p:sldLayoutId id="2147483719" r:id="rId14"/>
    <p:sldLayoutId id="2147483733" r:id="rId15"/>
    <p:sldLayoutId id="2147483734" r:id="rId16"/>
    <p:sldLayoutId id="2147483735" r:id="rId17"/>
    <p:sldLayoutId id="2147483689" r:id="rId18"/>
    <p:sldLayoutId id="2147483736" r:id="rId19"/>
    <p:sldLayoutId id="2147483737" r:id="rId20"/>
    <p:sldLayoutId id="2147483738" r:id="rId21"/>
    <p:sldLayoutId id="2147483739" r:id="rId22"/>
    <p:sldLayoutId id="2147483701" r:id="rId23"/>
    <p:sldLayoutId id="2147483699" r:id="rId24"/>
    <p:sldLayoutId id="2147483741" r:id="rId25"/>
    <p:sldLayoutId id="2147483705" r:id="rId26"/>
    <p:sldLayoutId id="2147483708" r:id="rId27"/>
    <p:sldLayoutId id="2147483709" r:id="rId28"/>
    <p:sldLayoutId id="2147483710" r:id="rId29"/>
    <p:sldLayoutId id="2147483742" r:id="rId30"/>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buClr>
        <a:buFont typeface="Arial" panose="020B0604020202020204" pitchFamily="34" charset="0"/>
        <a:buChar char="•"/>
        <a:defRPr sz="2800" kern="1200">
          <a:solidFill>
            <a:schemeClr val="tx2"/>
          </a:solidFill>
          <a:latin typeface="+mj-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288" userDrawn="1">
          <p15:clr>
            <a:srgbClr val="F26B43"/>
          </p15:clr>
        </p15:guide>
        <p15:guide id="4" pos="7392" userDrawn="1">
          <p15:clr>
            <a:srgbClr val="F26B43"/>
          </p15:clr>
        </p15:guide>
        <p15:guide id="5" orient="horz" pos="4128" userDrawn="1">
          <p15:clr>
            <a:srgbClr val="F26B43"/>
          </p15:clr>
        </p15:guide>
        <p15:guide id="6" orient="horz" pos="28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6BFE8-6D58-5590-A1E7-A2795581D3C7}"/>
            </a:ext>
          </a:extLst>
        </p:cNvPr>
        <p:cNvGrpSpPr/>
        <p:nvPr/>
      </p:nvGrpSpPr>
      <p:grpSpPr>
        <a:xfrm>
          <a:off x="0" y="0"/>
          <a:ext cx="0" cy="0"/>
          <a:chOff x="0" y="0"/>
          <a:chExt cx="0" cy="0"/>
        </a:xfrm>
      </p:grpSpPr>
      <p:sp>
        <p:nvSpPr>
          <p:cNvPr id="23" name="Rectangle: Rounded Corners 22">
            <a:extLst>
              <a:ext uri="{FF2B5EF4-FFF2-40B4-BE49-F238E27FC236}">
                <a16:creationId xmlns:a16="http://schemas.microsoft.com/office/drawing/2014/main" id="{117B1F9E-08E9-7B40-0BA7-4C99689B9AFB}"/>
              </a:ext>
            </a:extLst>
          </p:cNvPr>
          <p:cNvSpPr/>
          <p:nvPr/>
        </p:nvSpPr>
        <p:spPr>
          <a:xfrm>
            <a:off x="396240" y="708024"/>
            <a:ext cx="11490960" cy="5621655"/>
          </a:xfrm>
          <a:prstGeom prst="roundRect">
            <a:avLst>
              <a:gd name="adj" fmla="val 2714"/>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600" dirty="0">
              <a:solidFill>
                <a:schemeClr val="tx1"/>
              </a:solidFill>
            </a:endParaRPr>
          </a:p>
        </p:txBody>
      </p:sp>
      <p:sp>
        <p:nvSpPr>
          <p:cNvPr id="4" name="Title 1">
            <a:extLst>
              <a:ext uri="{FF2B5EF4-FFF2-40B4-BE49-F238E27FC236}">
                <a16:creationId xmlns:a16="http://schemas.microsoft.com/office/drawing/2014/main" id="{55A20902-D558-3616-7D89-C7810B01F283}"/>
              </a:ext>
            </a:extLst>
          </p:cNvPr>
          <p:cNvSpPr>
            <a:spLocks noGrp="1"/>
          </p:cNvSpPr>
          <p:nvPr>
            <p:ph type="ctrTitle"/>
          </p:nvPr>
        </p:nvSpPr>
        <p:spPr>
          <a:xfrm>
            <a:off x="457200" y="34925"/>
            <a:ext cx="11277600" cy="673100"/>
          </a:xfrm>
        </p:spPr>
        <p:txBody>
          <a:bodyPr anchor="ctr">
            <a:normAutofit/>
          </a:bodyPr>
          <a:lstStyle/>
          <a:p>
            <a:pPr>
              <a:buClr>
                <a:schemeClr val="tx2"/>
              </a:buClr>
            </a:pPr>
            <a:r>
              <a:rPr lang="en-US" sz="3200" dirty="0"/>
              <a:t>GenAI SQL → Databricks Migration Accelerator</a:t>
            </a:r>
            <a:endParaRPr lang="en-US" sz="3200" dirty="0">
              <a:solidFill>
                <a:schemeClr val="tx2"/>
              </a:solidFill>
            </a:endParaRPr>
          </a:p>
        </p:txBody>
      </p:sp>
      <p:sp>
        <p:nvSpPr>
          <p:cNvPr id="6" name="Rectangle 5">
            <a:extLst>
              <a:ext uri="{FF2B5EF4-FFF2-40B4-BE49-F238E27FC236}">
                <a16:creationId xmlns:a16="http://schemas.microsoft.com/office/drawing/2014/main" id="{C8568F24-1340-890B-283C-18D9094E11AA}"/>
              </a:ext>
            </a:extLst>
          </p:cNvPr>
          <p:cNvSpPr/>
          <p:nvPr/>
        </p:nvSpPr>
        <p:spPr>
          <a:xfrm>
            <a:off x="457200" y="1412241"/>
            <a:ext cx="2054506" cy="2083876"/>
          </a:xfrm>
          <a:prstGeom prst="rect">
            <a:avLst/>
          </a:prstGeom>
          <a:solidFill>
            <a:schemeClr val="bg2">
              <a:lumMod val="95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Arrow: Pentagon 4">
            <a:extLst>
              <a:ext uri="{FF2B5EF4-FFF2-40B4-BE49-F238E27FC236}">
                <a16:creationId xmlns:a16="http://schemas.microsoft.com/office/drawing/2014/main" id="{FE90E587-E904-18F9-76DC-B7FEDB0143D7}"/>
              </a:ext>
            </a:extLst>
          </p:cNvPr>
          <p:cNvSpPr/>
          <p:nvPr/>
        </p:nvSpPr>
        <p:spPr>
          <a:xfrm>
            <a:off x="457200" y="1307465"/>
            <a:ext cx="2158678" cy="264160"/>
          </a:xfrm>
          <a:prstGeom prst="homePlate">
            <a:avLst/>
          </a:prstGeom>
          <a:solidFill>
            <a:srgbClr val="FB4E0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Industry Context </a:t>
            </a:r>
          </a:p>
        </p:txBody>
      </p:sp>
      <p:sp>
        <p:nvSpPr>
          <p:cNvPr id="12" name="Rectangle 11">
            <a:extLst>
              <a:ext uri="{FF2B5EF4-FFF2-40B4-BE49-F238E27FC236}">
                <a16:creationId xmlns:a16="http://schemas.microsoft.com/office/drawing/2014/main" id="{4040DAD7-71FF-D89E-C436-22B727959023}"/>
              </a:ext>
            </a:extLst>
          </p:cNvPr>
          <p:cNvSpPr/>
          <p:nvPr/>
        </p:nvSpPr>
        <p:spPr>
          <a:xfrm>
            <a:off x="5171441" y="1412240"/>
            <a:ext cx="6664956" cy="2083876"/>
          </a:xfrm>
          <a:prstGeom prst="rect">
            <a:avLst/>
          </a:prstGeom>
          <a:solidFill>
            <a:schemeClr val="bg2">
              <a:lumMod val="95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Pentagon 12">
            <a:extLst>
              <a:ext uri="{FF2B5EF4-FFF2-40B4-BE49-F238E27FC236}">
                <a16:creationId xmlns:a16="http://schemas.microsoft.com/office/drawing/2014/main" id="{2FE74FDC-8658-AAF2-AF77-E20A1D6844FE}"/>
              </a:ext>
            </a:extLst>
          </p:cNvPr>
          <p:cNvSpPr/>
          <p:nvPr/>
        </p:nvSpPr>
        <p:spPr>
          <a:xfrm>
            <a:off x="5171441" y="1297305"/>
            <a:ext cx="6664956" cy="274320"/>
          </a:xfrm>
          <a:prstGeom prst="homePlate">
            <a:avLst/>
          </a:prstGeom>
          <a:solidFill>
            <a:srgbClr val="FB4E0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Functional Overview</a:t>
            </a:r>
          </a:p>
        </p:txBody>
      </p:sp>
      <p:sp>
        <p:nvSpPr>
          <p:cNvPr id="14" name="Rectangle 13">
            <a:extLst>
              <a:ext uri="{FF2B5EF4-FFF2-40B4-BE49-F238E27FC236}">
                <a16:creationId xmlns:a16="http://schemas.microsoft.com/office/drawing/2014/main" id="{817D2455-202B-5BC9-D097-90CE3CD4E61D}"/>
              </a:ext>
            </a:extLst>
          </p:cNvPr>
          <p:cNvSpPr/>
          <p:nvPr/>
        </p:nvSpPr>
        <p:spPr>
          <a:xfrm>
            <a:off x="457200" y="3781425"/>
            <a:ext cx="5638800" cy="2489300"/>
          </a:xfrm>
          <a:prstGeom prst="rect">
            <a:avLst/>
          </a:prstGeom>
          <a:solidFill>
            <a:schemeClr val="bg2">
              <a:lumMod val="95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Pentagon 14">
            <a:extLst>
              <a:ext uri="{FF2B5EF4-FFF2-40B4-BE49-F238E27FC236}">
                <a16:creationId xmlns:a16="http://schemas.microsoft.com/office/drawing/2014/main" id="{BFC4D114-2BF9-7924-89C0-1CC7A9C148CE}"/>
              </a:ext>
            </a:extLst>
          </p:cNvPr>
          <p:cNvSpPr/>
          <p:nvPr/>
        </p:nvSpPr>
        <p:spPr>
          <a:xfrm>
            <a:off x="457200" y="3623945"/>
            <a:ext cx="5638800" cy="274320"/>
          </a:xfrm>
          <a:prstGeom prst="homePlate">
            <a:avLst/>
          </a:prstGeom>
          <a:solidFill>
            <a:srgbClr val="FB4E0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Technological Highlights</a:t>
            </a:r>
          </a:p>
        </p:txBody>
      </p:sp>
      <p:sp>
        <p:nvSpPr>
          <p:cNvPr id="16" name="Rectangle 15">
            <a:extLst>
              <a:ext uri="{FF2B5EF4-FFF2-40B4-BE49-F238E27FC236}">
                <a16:creationId xmlns:a16="http://schemas.microsoft.com/office/drawing/2014/main" id="{63171A88-D920-B434-5E26-372F07F2B9BC}"/>
              </a:ext>
            </a:extLst>
          </p:cNvPr>
          <p:cNvSpPr/>
          <p:nvPr/>
        </p:nvSpPr>
        <p:spPr>
          <a:xfrm>
            <a:off x="6187440" y="3781425"/>
            <a:ext cx="5638800" cy="2489300"/>
          </a:xfrm>
          <a:prstGeom prst="rect">
            <a:avLst/>
          </a:prstGeom>
          <a:solidFill>
            <a:schemeClr val="bg2">
              <a:lumMod val="95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Pentagon 16">
            <a:extLst>
              <a:ext uri="{FF2B5EF4-FFF2-40B4-BE49-F238E27FC236}">
                <a16:creationId xmlns:a16="http://schemas.microsoft.com/office/drawing/2014/main" id="{3DC75C66-12C8-AFD3-EDE1-0F23F1D280D0}"/>
              </a:ext>
            </a:extLst>
          </p:cNvPr>
          <p:cNvSpPr/>
          <p:nvPr/>
        </p:nvSpPr>
        <p:spPr>
          <a:xfrm>
            <a:off x="6187440" y="3623945"/>
            <a:ext cx="5638800" cy="274320"/>
          </a:xfrm>
          <a:prstGeom prst="homePlate">
            <a:avLst/>
          </a:prstGeom>
          <a:solidFill>
            <a:srgbClr val="FB4E0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Business Impact</a:t>
            </a:r>
          </a:p>
        </p:txBody>
      </p:sp>
      <p:sp>
        <p:nvSpPr>
          <p:cNvPr id="18" name="TextBox 17">
            <a:extLst>
              <a:ext uri="{FF2B5EF4-FFF2-40B4-BE49-F238E27FC236}">
                <a16:creationId xmlns:a16="http://schemas.microsoft.com/office/drawing/2014/main" id="{F29F0FD8-FB77-46DF-CFA2-83ED823E713E}"/>
              </a:ext>
            </a:extLst>
          </p:cNvPr>
          <p:cNvSpPr txBox="1"/>
          <p:nvPr/>
        </p:nvSpPr>
        <p:spPr>
          <a:xfrm>
            <a:off x="457200" y="1584960"/>
            <a:ext cx="2054506" cy="1200329"/>
          </a:xfrm>
          <a:prstGeom prst="rect">
            <a:avLst/>
          </a:prstGeom>
          <a:noFill/>
        </p:spPr>
        <p:txBody>
          <a:bodyPr wrap="square" rtlCol="0">
            <a:spAutoFit/>
          </a:bodyPr>
          <a:lstStyle/>
          <a:p>
            <a:r>
              <a:rPr kumimoji="0" lang="en-IN" sz="1200" b="0"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rPr>
              <a:t>Insurers, banks and healthcare firms are moving </a:t>
            </a:r>
            <a:r>
              <a:rPr kumimoji="0" lang="en-US" sz="1200" b="0"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rPr>
              <a:t>legacy SQL Server / Oracle / Teradata ETL onto Databricks. Migration effort, not licensing, is the barrier.</a:t>
            </a:r>
          </a:p>
          <a:p>
            <a:endParaRPr lang="en-US" sz="1200" dirty="0">
              <a:solidFill>
                <a:srgbClr val="000000"/>
              </a:solidFill>
              <a:ea typeface="Calibri" panose="020F0502020204030204" pitchFamily="34" charset="0"/>
              <a:cs typeface="Calibri" panose="020F0502020204030204" pitchFamily="34" charset="0"/>
            </a:endParaRPr>
          </a:p>
          <a:p>
            <a:r>
              <a:rPr lang="en-US" sz="1200" b="1" dirty="0"/>
              <a:t>Insurance, BFSI, Healthcare, Utilities.</a:t>
            </a:r>
            <a:endParaRPr kumimoji="0" lang="en-IN" sz="1200" b="1"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441A7B6D-0398-0FE8-CDD1-599D469B52B2}"/>
              </a:ext>
            </a:extLst>
          </p:cNvPr>
          <p:cNvSpPr/>
          <p:nvPr/>
        </p:nvSpPr>
        <p:spPr>
          <a:xfrm>
            <a:off x="2814320" y="1412240"/>
            <a:ext cx="2306320" cy="2086809"/>
          </a:xfrm>
          <a:prstGeom prst="rect">
            <a:avLst/>
          </a:prstGeom>
          <a:solidFill>
            <a:schemeClr val="bg2">
              <a:lumMod val="95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Pentagon 9">
            <a:extLst>
              <a:ext uri="{FF2B5EF4-FFF2-40B4-BE49-F238E27FC236}">
                <a16:creationId xmlns:a16="http://schemas.microsoft.com/office/drawing/2014/main" id="{6D2A01FF-BF42-9E31-AAC9-F28CD4D6A924}"/>
              </a:ext>
            </a:extLst>
          </p:cNvPr>
          <p:cNvSpPr/>
          <p:nvPr/>
        </p:nvSpPr>
        <p:spPr>
          <a:xfrm>
            <a:off x="2814320" y="1307465"/>
            <a:ext cx="2306320" cy="274320"/>
          </a:xfrm>
          <a:prstGeom prst="homePlate">
            <a:avLst/>
          </a:prstGeom>
          <a:solidFill>
            <a:srgbClr val="FB4E0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Client’s business problems</a:t>
            </a:r>
          </a:p>
        </p:txBody>
      </p:sp>
      <p:sp>
        <p:nvSpPr>
          <p:cNvPr id="19" name="TextBox 18">
            <a:extLst>
              <a:ext uri="{FF2B5EF4-FFF2-40B4-BE49-F238E27FC236}">
                <a16:creationId xmlns:a16="http://schemas.microsoft.com/office/drawing/2014/main" id="{3290F0C8-F93E-B121-BC3F-E8A586A3B1F6}"/>
              </a:ext>
            </a:extLst>
          </p:cNvPr>
          <p:cNvSpPr txBox="1"/>
          <p:nvPr/>
        </p:nvSpPr>
        <p:spPr>
          <a:xfrm>
            <a:off x="2824480" y="1624975"/>
            <a:ext cx="2221942" cy="646331"/>
          </a:xfrm>
          <a:prstGeom prst="rect">
            <a:avLst/>
          </a:prstGeom>
          <a:noFill/>
        </p:spPr>
        <p:txBody>
          <a:bodyPr wrap="square" rtlCol="0">
            <a:spAutoFit/>
          </a:bodyPr>
          <a:lstStyle/>
          <a:p>
            <a:r>
              <a:rPr kumimoji="0" lang="en-US" sz="1200" b="0"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rPr>
              <a:t>Thousands of procedures rewritten to PySpark by hand — weeks each, inconsistent SCD logic. Names and types differ between source and lakehouse, so defects surface in UAT. Often the target raw layer has already drifted, and nobody knows until the pipeline fails. Lineage is undocumented.</a:t>
            </a:r>
          </a:p>
        </p:txBody>
      </p:sp>
      <p:sp>
        <p:nvSpPr>
          <p:cNvPr id="20" name="TextBox 19">
            <a:extLst>
              <a:ext uri="{FF2B5EF4-FFF2-40B4-BE49-F238E27FC236}">
                <a16:creationId xmlns:a16="http://schemas.microsoft.com/office/drawing/2014/main" id="{1D2916F6-A4BF-2416-AF79-0554EA5D6206}"/>
              </a:ext>
            </a:extLst>
          </p:cNvPr>
          <p:cNvSpPr txBox="1"/>
          <p:nvPr/>
        </p:nvSpPr>
        <p:spPr>
          <a:xfrm>
            <a:off x="5182989" y="1624975"/>
            <a:ext cx="6654106" cy="2092881"/>
          </a:xfrm>
          <a:prstGeom prst="rect">
            <a:avLst/>
          </a:prstGeom>
          <a:noFill/>
        </p:spPr>
        <p:txBody>
          <a:bodyPr wrap="square" rtlCol="0">
            <a:spAutoFit/>
          </a:bodyPr>
          <a:lstStyle/>
          <a:p>
            <a:r>
              <a:rPr kumimoji="0" lang="en-US" sz="1200" b="1"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rPr>
              <a:t>The Solution: </a:t>
            </a:r>
            <a:r>
              <a:rPr kumimoji="0" lang="en-US" sz="1200" b="0"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rPr>
              <a:t>A metadata-driven, multi-agent GenAI accelerator converting stored procedures into a governed Databricks medallion pipeline (raw → std → dwh). Uniquely, it validates the target lakehouse BEFORE generating code, refusing anything the platform cannot support.</a:t>
            </a:r>
            <a:endParaRPr kumimoji="0" lang="en-US" sz="1000" b="0"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endParaRPr>
          </a:p>
          <a:p>
            <a:r>
              <a:rPr kumimoji="0" lang="en-US" sz="1200" b="1"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rPr>
              <a:t>How it works: </a:t>
            </a:r>
            <a:r>
              <a:rPr kumimoji="0" lang="en-US" sz="1200" b="0"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rPr>
              <a:t>Five phases: parse procedures into a typed representation; generate the schema registry from them; detect drift against the live raw schema (blockers stop generation); build a column lineage table; generate and upload PySpark notebooks with SCD2 merges. </a:t>
            </a:r>
          </a:p>
          <a:p>
            <a:endParaRPr lang="en-US" sz="1200" dirty="0">
              <a:solidFill>
                <a:srgbClr val="000000"/>
              </a:solidFill>
              <a:ea typeface="Calibri" panose="020F0502020204030204" pitchFamily="34" charset="0"/>
              <a:cs typeface="Calibri" panose="020F0502020204030204" pitchFamily="34" charset="0"/>
            </a:endParaRPr>
          </a:p>
          <a:p>
            <a:r>
              <a:rPr lang="en-US" sz="1200" b="1" dirty="0"/>
              <a:t>A demonstrable differentiator in lakehouse-modernisation pursuits: shortens discovery, de-risks fixed-price bids, and pulls through downstream data-engineering work.</a:t>
            </a:r>
          </a:p>
          <a:p>
            <a:endParaRPr kumimoji="0" lang="en-US" sz="1200" b="0"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endParaRPr>
          </a:p>
          <a:p>
            <a:endParaRPr kumimoji="0" lang="en-US" sz="1000" b="0"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7A0D16CA-572C-744B-8AAF-DBDEF574D554}"/>
              </a:ext>
            </a:extLst>
          </p:cNvPr>
          <p:cNvSpPr txBox="1"/>
          <p:nvPr/>
        </p:nvSpPr>
        <p:spPr>
          <a:xfrm>
            <a:off x="477521" y="3957321"/>
            <a:ext cx="5638799" cy="1384995"/>
          </a:xfrm>
          <a:prstGeom prst="rect">
            <a:avLst/>
          </a:prstGeom>
          <a:noFill/>
        </p:spPr>
        <p:txBody>
          <a:bodyPr wrap="square" rtlCol="0">
            <a:spAutoFit/>
          </a:bodyPr>
          <a:lstStyle/>
          <a:p>
            <a:endParaRPr kumimoji="0" lang="en-US" sz="1200" b="0"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kumimoji="0" lang="en-US" sz="1200" b="0"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rPr>
              <a:t>Core technologies – </a:t>
            </a:r>
            <a:r>
              <a:rPr kumimoji="0" lang="en-US" sz="1200" b="0" i="0" u="none" strike="noStrike" kern="1200" cap="none" spc="0" normalizeH="0" baseline="0" noProof="0" dirty="0" err="1">
                <a:ln>
                  <a:noFill/>
                </a:ln>
                <a:solidFill>
                  <a:srgbClr val="000000"/>
                </a:solidFill>
                <a:effectLst/>
                <a:uLnTx/>
                <a:uFillTx/>
                <a:ea typeface="Calibri" panose="020F0502020204030204" pitchFamily="34" charset="0"/>
                <a:cs typeface="Calibri" panose="020F0502020204030204" pitchFamily="34" charset="0"/>
              </a:rPr>
              <a:t>Databricks</a:t>
            </a:r>
            <a:r>
              <a:rPr kumimoji="0" lang="en-US" sz="1200" b="0"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rPr>
              <a:t> (Unity Catalog, Delta, SDK), Anthropic Claude, Python, sqlglot, PySpark.</a:t>
            </a:r>
          </a:p>
          <a:p>
            <a:pPr marL="171450" indent="-171450">
              <a:buFont typeface="Arial" panose="020B0604020202020204" pitchFamily="34" charset="0"/>
              <a:buChar char="•"/>
            </a:pPr>
            <a:r>
              <a:rPr lang="en-US" sz="1200" dirty="0">
                <a:solidFill>
                  <a:srgbClr val="000000"/>
                </a:solidFill>
                <a:ea typeface="Calibri" panose="020F0502020204030204" pitchFamily="34" charset="0"/>
                <a:cs typeface="Calibri" panose="020F0502020204030204" pitchFamily="34" charset="0"/>
              </a:rPr>
              <a:t>Innovation – drift detection gates code generation; registry and lineage are generated from the procedures and become the contract the code obeys.</a:t>
            </a:r>
          </a:p>
          <a:p>
            <a:pPr marL="171450" indent="-171450">
              <a:buFont typeface="Arial" panose="020B0604020202020204" pitchFamily="34" charset="0"/>
              <a:buChar char="•"/>
            </a:pPr>
            <a:r>
              <a:rPr kumimoji="0" lang="en-US" sz="1200" b="0"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rPr>
              <a:t>S</a:t>
            </a:r>
            <a:r>
              <a:rPr lang="en-US" sz="1200" dirty="0" err="1">
                <a:solidFill>
                  <a:srgbClr val="000000"/>
                </a:solidFill>
                <a:ea typeface="Calibri" panose="020F0502020204030204" pitchFamily="34" charset="0"/>
                <a:cs typeface="Calibri" panose="020F0502020204030204" pitchFamily="34" charset="0"/>
              </a:rPr>
              <a:t>calability</a:t>
            </a:r>
            <a:r>
              <a:rPr lang="en-US" sz="1200" dirty="0">
                <a:solidFill>
                  <a:srgbClr val="000000"/>
                </a:solidFill>
                <a:ea typeface="Calibri" panose="020F0502020204030204" pitchFamily="34" charset="0"/>
                <a:cs typeface="Calibri" panose="020F0502020204030204" pitchFamily="34" charset="0"/>
              </a:rPr>
              <a:t> – procedures processed from a folder, registry appends per procedure; hundreds scale like five. Dialect layer adds Oracle/Teradata.</a:t>
            </a:r>
          </a:p>
          <a:p>
            <a:pPr marL="171450" indent="-171450">
              <a:buFont typeface="Arial" panose="020B0604020202020204" pitchFamily="34" charset="0"/>
              <a:buChar char="•"/>
            </a:pPr>
            <a:r>
              <a:rPr kumimoji="0" lang="en-US" sz="1200" b="0"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rPr>
              <a:t>Integration – runs on the client's own Databricks; writes registry, drift, lineage and log tables to Unity Catalog and publishes notebooks to the workspace.</a:t>
            </a:r>
          </a:p>
        </p:txBody>
      </p:sp>
      <p:sp>
        <p:nvSpPr>
          <p:cNvPr id="22" name="TextBox 21">
            <a:extLst>
              <a:ext uri="{FF2B5EF4-FFF2-40B4-BE49-F238E27FC236}">
                <a16:creationId xmlns:a16="http://schemas.microsoft.com/office/drawing/2014/main" id="{B45C384A-1D7A-A3D4-2B36-CF15B9DFAD37}"/>
              </a:ext>
            </a:extLst>
          </p:cNvPr>
          <p:cNvSpPr txBox="1"/>
          <p:nvPr/>
        </p:nvSpPr>
        <p:spPr>
          <a:xfrm>
            <a:off x="6197598" y="3964503"/>
            <a:ext cx="5638799" cy="2432974"/>
          </a:xfrm>
          <a:prstGeom prst="rect">
            <a:avLst/>
          </a:prstGeom>
          <a:noFill/>
        </p:spPr>
        <p:txBody>
          <a:bodyPr wrap="square" rtlCol="0">
            <a:spAutoFit/>
          </a:bodyPr>
          <a:lstStyle/>
          <a:p>
            <a:r>
              <a:rPr lang="en-US" sz="1150" b="1" dirty="0">
                <a:solidFill>
                  <a:srgbClr val="000000"/>
                </a:solidFill>
                <a:ea typeface="Calibri" panose="020F0502020204030204" pitchFamily="34" charset="0"/>
                <a:cs typeface="Calibri" panose="020F0502020204030204" pitchFamily="34" charset="0"/>
              </a:rPr>
              <a:t>Revenue Streams :</a:t>
            </a:r>
            <a:r>
              <a:rPr lang="en-US" sz="1150" dirty="0">
                <a:solidFill>
                  <a:srgbClr val="000000"/>
                </a:solidFill>
                <a:ea typeface="Calibri" panose="020F0502020204030204" pitchFamily="34" charset="0"/>
                <a:cs typeface="Calibri" panose="020F0502020204030204" pitchFamily="34" charset="0"/>
              </a:rPr>
              <a:t>Migration engagements priced per procedure or workload, plus follow-on managed services. Reusable IP, not bespoke effort.</a:t>
            </a:r>
          </a:p>
          <a:p>
            <a:endParaRPr kumimoji="0" lang="en-US" sz="1150" b="0"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endParaRPr>
          </a:p>
          <a:p>
            <a:r>
              <a:rPr lang="en-US" sz="1150" b="1" dirty="0">
                <a:solidFill>
                  <a:srgbClr val="000000"/>
                </a:solidFill>
                <a:ea typeface="Calibri" panose="020F0502020204030204" pitchFamily="34" charset="0"/>
                <a:cs typeface="Calibri" panose="020F0502020204030204" pitchFamily="34" charset="0"/>
              </a:rPr>
              <a:t>Customer/Stakeholder Value: </a:t>
            </a:r>
            <a:r>
              <a:rPr lang="en-US" sz="1150" dirty="0">
                <a:solidFill>
                  <a:srgbClr val="000000"/>
                </a:solidFill>
                <a:ea typeface="Calibri" panose="020F0502020204030204" pitchFamily="34" charset="0"/>
                <a:cs typeface="Calibri" panose="020F0502020204030204" pitchFamily="34" charset="0"/>
              </a:rPr>
              <a:t>Reliability and auditability, not just speed — deterministic output, a full audit trail, and a system that refuses unsafe conversions rather than silently emitting broken code.</a:t>
            </a:r>
          </a:p>
          <a:p>
            <a:endParaRPr lang="en-US" sz="1150" dirty="0">
              <a:solidFill>
                <a:srgbClr val="000000"/>
              </a:solidFill>
              <a:ea typeface="Calibri" panose="020F0502020204030204" pitchFamily="34" charset="0"/>
              <a:cs typeface="Calibri" panose="020F0502020204030204" pitchFamily="34" charset="0"/>
            </a:endParaRPr>
          </a:p>
          <a:p>
            <a:r>
              <a:rPr lang="en-US" sz="1150" b="1" dirty="0">
                <a:solidFill>
                  <a:srgbClr val="000000"/>
                </a:solidFill>
                <a:ea typeface="Calibri" panose="020F0502020204030204" pitchFamily="34" charset="0"/>
                <a:cs typeface="Calibri" panose="020F0502020204030204" pitchFamily="34" charset="0"/>
              </a:rPr>
              <a:t>Potential Impact: 80–90%</a:t>
            </a:r>
            <a:r>
              <a:rPr lang="en-US" sz="1150" dirty="0">
                <a:solidFill>
                  <a:srgbClr val="000000"/>
                </a:solidFill>
                <a:ea typeface="Calibri" panose="020F0502020204030204" pitchFamily="34" charset="0"/>
                <a:cs typeface="Calibri" panose="020F0502020204030204" pitchFamily="34" charset="0"/>
              </a:rPr>
              <a:t> reduction in manual conversion effort; </a:t>
            </a:r>
            <a:r>
              <a:rPr lang="en-US" sz="1150" b="1" dirty="0">
                <a:solidFill>
                  <a:srgbClr val="000000"/>
                </a:solidFill>
                <a:ea typeface="Calibri" panose="020F0502020204030204" pitchFamily="34" charset="0"/>
                <a:cs typeface="Calibri" panose="020F0502020204030204" pitchFamily="34" charset="0"/>
              </a:rPr>
              <a:t>~95% </a:t>
            </a:r>
            <a:r>
              <a:rPr lang="en-US" sz="1150" dirty="0">
                <a:solidFill>
                  <a:srgbClr val="000000"/>
                </a:solidFill>
                <a:ea typeface="Calibri" panose="020F0502020204030204" pitchFamily="34" charset="0"/>
                <a:cs typeface="Calibri" panose="020F0502020204030204" pitchFamily="34" charset="0"/>
              </a:rPr>
              <a:t>faster per-procedure turnaround. A </a:t>
            </a:r>
            <a:r>
              <a:rPr lang="en-US" sz="1150" b="1" dirty="0">
                <a:solidFill>
                  <a:srgbClr val="000000"/>
                </a:solidFill>
                <a:ea typeface="Calibri" panose="020F0502020204030204" pitchFamily="34" charset="0"/>
                <a:cs typeface="Calibri" panose="020F0502020204030204" pitchFamily="34" charset="0"/>
              </a:rPr>
              <a:t>100-procedure</a:t>
            </a:r>
            <a:r>
              <a:rPr lang="en-US" sz="1150" dirty="0">
                <a:solidFill>
                  <a:srgbClr val="000000"/>
                </a:solidFill>
                <a:ea typeface="Calibri" panose="020F0502020204030204" pitchFamily="34" charset="0"/>
                <a:cs typeface="Calibri" panose="020F0502020204030204" pitchFamily="34" charset="0"/>
              </a:rPr>
              <a:t> workload compresses </a:t>
            </a:r>
            <a:r>
              <a:rPr lang="en-US" sz="1150" b="1" dirty="0">
                <a:solidFill>
                  <a:srgbClr val="000000"/>
                </a:solidFill>
                <a:ea typeface="Calibri" panose="020F0502020204030204" pitchFamily="34" charset="0"/>
                <a:cs typeface="Calibri" panose="020F0502020204030204" pitchFamily="34" charset="0"/>
              </a:rPr>
              <a:t>from 6–9 months to 4–6 weeks,</a:t>
            </a:r>
            <a:r>
              <a:rPr lang="en-US" sz="1150" dirty="0">
                <a:solidFill>
                  <a:srgbClr val="000000"/>
                </a:solidFill>
                <a:ea typeface="Calibri" panose="020F0502020204030204" pitchFamily="34" charset="0"/>
                <a:cs typeface="Calibri" panose="020F0502020204030204" pitchFamily="34" charset="0"/>
              </a:rPr>
              <a:t> with </a:t>
            </a:r>
            <a:r>
              <a:rPr lang="en-US" sz="1150" b="1" dirty="0">
                <a:solidFill>
                  <a:srgbClr val="000000"/>
                </a:solidFill>
                <a:ea typeface="Calibri" panose="020F0502020204030204" pitchFamily="34" charset="0"/>
                <a:cs typeface="Calibri" panose="020F0502020204030204" pitchFamily="34" charset="0"/>
              </a:rPr>
              <a:t>100% automated lineage </a:t>
            </a:r>
            <a:r>
              <a:rPr lang="en-US" sz="1150" dirty="0">
                <a:solidFill>
                  <a:srgbClr val="000000"/>
                </a:solidFill>
                <a:ea typeface="Calibri" panose="020F0502020204030204" pitchFamily="34" charset="0"/>
                <a:cs typeface="Calibri" panose="020F0502020204030204" pitchFamily="34" charset="0"/>
              </a:rPr>
              <a:t>coverage. Proven on live Azure Databricks.</a:t>
            </a:r>
          </a:p>
          <a:p>
            <a:endParaRPr lang="en-US" sz="1150" dirty="0">
              <a:solidFill>
                <a:srgbClr val="000000"/>
              </a:solidFill>
              <a:ea typeface="Calibri" panose="020F0502020204030204" pitchFamily="34" charset="0"/>
              <a:cs typeface="Calibri" panose="020F0502020204030204" pitchFamily="34" charset="0"/>
            </a:endParaRPr>
          </a:p>
          <a:p>
            <a:r>
              <a:rPr lang="en-US" sz="1150" b="1" dirty="0">
                <a:solidFill>
                  <a:srgbClr val="000000"/>
                </a:solidFill>
                <a:ea typeface="Calibri" panose="020F0502020204030204" pitchFamily="34" charset="0"/>
                <a:cs typeface="Calibri" panose="020F0502020204030204" pitchFamily="34" charset="0"/>
              </a:rPr>
              <a:t>Cost Structure: </a:t>
            </a:r>
            <a:r>
              <a:rPr lang="en-US" sz="1150" dirty="0">
                <a:solidFill>
                  <a:srgbClr val="000000"/>
                </a:solidFill>
                <a:ea typeface="Calibri" panose="020F0502020204030204" pitchFamily="34" charset="0"/>
                <a:cs typeface="Calibri" panose="020F0502020204030204" pitchFamily="34" charset="0"/>
              </a:rPr>
              <a:t>Low marginal cost </a:t>
            </a:r>
            <a:r>
              <a:rPr lang="en-US" sz="1150" b="1" dirty="0">
                <a:solidFill>
                  <a:srgbClr val="000000"/>
                </a:solidFill>
                <a:ea typeface="Calibri" panose="020F0502020204030204" pitchFamily="34" charset="0"/>
                <a:cs typeface="Calibri" panose="020F0502020204030204" pitchFamily="34" charset="0"/>
              </a:rPr>
              <a:t>— only two of five phases call a model</a:t>
            </a:r>
            <a:r>
              <a:rPr lang="en-US" sz="1150" dirty="0">
                <a:solidFill>
                  <a:srgbClr val="000000"/>
                </a:solidFill>
                <a:ea typeface="Calibri" panose="020F0502020204030204" pitchFamily="34" charset="0"/>
                <a:cs typeface="Calibri" panose="020F0502020204030204" pitchFamily="34" charset="0"/>
              </a:rPr>
              <a:t>. Reuses the client's existing Databricks estate.</a:t>
            </a:r>
          </a:p>
        </p:txBody>
      </p:sp>
    </p:spTree>
    <p:extLst>
      <p:ext uri="{BB962C8B-B14F-4D97-AF65-F5344CB8AC3E}">
        <p14:creationId xmlns:p14="http://schemas.microsoft.com/office/powerpoint/2010/main" val="2900283342"/>
      </p:ext>
    </p:extLst>
  </p:cSld>
  <p:clrMapOvr>
    <a:masterClrMapping/>
  </p:clrMapOvr>
</p:sld>
</file>

<file path=ppt/theme/theme1.xml><?xml version="1.0" encoding="utf-8"?>
<a:theme xmlns:a="http://schemas.openxmlformats.org/drawingml/2006/main" name="Office Theme">
  <a:themeElements>
    <a:clrScheme name="EXL 2023">
      <a:dk1>
        <a:srgbClr val="000000"/>
      </a:dk1>
      <a:lt1>
        <a:srgbClr val="FFFFFF"/>
      </a:lt1>
      <a:dk2>
        <a:srgbClr val="FB4D0A"/>
      </a:dk2>
      <a:lt2>
        <a:srgbClr val="FFFFFF"/>
      </a:lt2>
      <a:accent1>
        <a:srgbClr val="2E3643"/>
      </a:accent1>
      <a:accent2>
        <a:srgbClr val="6D727B"/>
      </a:accent2>
      <a:accent3>
        <a:srgbClr val="005071"/>
      </a:accent3>
      <a:accent4>
        <a:srgbClr val="4D849B"/>
      </a:accent4>
      <a:accent5>
        <a:srgbClr val="DCF3FA"/>
      </a:accent5>
      <a:accent6>
        <a:srgbClr val="E6F6FB"/>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3" id="{75DB2D68-EB8A-4D47-9097-25EC9E13C876}" vid="{0310C97A-7711-40A4-A3F2-58B78CFBECD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Template>
  <TotalTime>1715</TotalTime>
  <Words>439</Words>
  <Application>Microsoft Office PowerPoint</Application>
  <PresentationFormat>Widescreen</PresentationFormat>
  <Paragraphs>26</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System Font Regular</vt:lpstr>
      <vt:lpstr>Office Theme</vt:lpstr>
      <vt:lpstr>GenAI SQL → Databricks Migration Accelerator</vt:lpstr>
    </vt:vector>
  </TitlesOfParts>
  <Company>EXL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Innovation Sprint</dc:title>
  <dc:creator>Grace Singh</dc:creator>
  <cp:lastModifiedBy>Prayas Gupta</cp:lastModifiedBy>
  <cp:revision>31</cp:revision>
  <dcterms:created xsi:type="dcterms:W3CDTF">2024-06-06T10:38:18Z</dcterms:created>
  <dcterms:modified xsi:type="dcterms:W3CDTF">2026-08-17T06:40:28Z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b5832c2-122e-4c56-85a9-bc2fa83b9933_Enabled">
    <vt:lpwstr>true</vt:lpwstr>
  </property>
  <property fmtid="{D5CDD505-2E9C-101B-9397-08002B2CF9AE}" pid="3" name="MSIP_Label_5b5832c2-122e-4c56-85a9-bc2fa83b9933_SetDate">
    <vt:lpwstr>2026-08-13T09:03:26Z</vt:lpwstr>
  </property>
  <property fmtid="{D5CDD505-2E9C-101B-9397-08002B2CF9AE}" pid="4" name="MSIP_Label_5b5832c2-122e-4c56-85a9-bc2fa83b9933_Method">
    <vt:lpwstr>Privileged</vt:lpwstr>
  </property>
  <property fmtid="{D5CDD505-2E9C-101B-9397-08002B2CF9AE}" pid="5" name="MSIP_Label_5b5832c2-122e-4c56-85a9-bc2fa83b9933_Name">
    <vt:lpwstr>General</vt:lpwstr>
  </property>
  <property fmtid="{D5CDD505-2E9C-101B-9397-08002B2CF9AE}" pid="6" name="MSIP_Label_5b5832c2-122e-4c56-85a9-bc2fa83b9933_SiteId">
    <vt:lpwstr>89a64c04-5070-4bae-a1ed-e9639497e1b7</vt:lpwstr>
  </property>
  <property fmtid="{D5CDD505-2E9C-101B-9397-08002B2CF9AE}" pid="7" name="MSIP_Label_5b5832c2-122e-4c56-85a9-bc2fa83b9933_ActionId">
    <vt:lpwstr>93831c0f-8a48-434f-93e2-ff8debe50915</vt:lpwstr>
  </property>
  <property fmtid="{D5CDD505-2E9C-101B-9397-08002B2CF9AE}" pid="8" name="MSIP_Label_5b5832c2-122e-4c56-85a9-bc2fa83b9933_ContentBits">
    <vt:lpwstr>0</vt:lpwstr>
  </property>
  <property fmtid="{D5CDD505-2E9C-101B-9397-08002B2CF9AE}" pid="9" name="MSIP_Label_5b5832c2-122e-4c56-85a9-bc2fa83b9933_Tag">
    <vt:lpwstr>10, 0, 1, 1</vt:lpwstr>
  </property>
</Properties>
</file>